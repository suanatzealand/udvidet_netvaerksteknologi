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customXml/itemProps6.xml" ContentType="application/vnd.openxmlformats-officedocument.customXmlProperties+xml"/>
  <Override PartName="/customXml/itemProps7.xml" ContentType="application/vnd.openxmlformats-officedocument.customXmlProperties+xml"/>
  <Override PartName="/customXml/itemProps8.xml" ContentType="application/vnd.openxmlformats-officedocument.customXmlProperties+xml"/>
  <Override PartName="/customXml/itemProps9.xml" ContentType="application/vnd.openxmlformats-officedocument.customXmlProperties+xml"/>
  <Override PartName="/customXml/itemProps10.xml" ContentType="application/vnd.openxmlformats-officedocument.customXmlProperties+xml"/>
  <Override PartName="/customXml/itemProps11.xml" ContentType="application/vnd.openxmlformats-officedocument.customXmlProperties+xml"/>
  <Override PartName="/customXml/itemProps12.xml" ContentType="application/vnd.openxmlformats-officedocument.customXmlProperties+xml"/>
  <Override PartName="/customXml/itemProps13.xml" ContentType="application/vnd.openxmlformats-officedocument.customXmlProperties+xml"/>
  <Override PartName="/customXml/itemProps14.xml" ContentType="application/vnd.openxmlformats-officedocument.customXmlProperties+xml"/>
  <Override PartName="/customXml/itemProps15.xml" ContentType="application/vnd.openxmlformats-officedocument.customXmlProperties+xml"/>
  <Override PartName="/customXml/itemProps16.xml" ContentType="application/vnd.openxmlformats-officedocument.customXmlProperties+xml"/>
  <Override PartName="/customXml/itemProps17.xml" ContentType="application/vnd.openxmlformats-officedocument.customXmlProperties+xml"/>
  <Override PartName="/customXml/itemProps18.xml" ContentType="application/vnd.openxmlformats-officedocument.customXmlProperties+xml"/>
  <Override PartName="/customXml/itemProps19.xml" ContentType="application/vnd.openxmlformats-officedocument.customXmlProperties+xml"/>
  <Override PartName="/customXml/itemProps20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notesSlides/notesSlide2.xml" ContentType="application/vnd.openxmlformats-officedocument.presentationml.notesSlide+xml"/>
  <Override PartName="/ppt/ink/ink3.xml" ContentType="application/inkml+xml"/>
  <Override PartName="/ppt/notesSlides/notesSlide3.xml" ContentType="application/vnd.openxmlformats-officedocument.presentationml.notesSlide+xml"/>
  <Override PartName="/ppt/ink/ink4.xml" ContentType="application/inkml+xml"/>
  <Override PartName="/ppt/ink/ink5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3" r:id="rId21"/>
    <p:sldMasterId id="2147483741" r:id="rId22"/>
  </p:sldMasterIdLst>
  <p:notesMasterIdLst>
    <p:notesMasterId r:id="rId32"/>
  </p:notesMasterIdLst>
  <p:sldIdLst>
    <p:sldId id="325" r:id="rId23"/>
    <p:sldId id="262" r:id="rId24"/>
    <p:sldId id="384" r:id="rId25"/>
    <p:sldId id="383" r:id="rId26"/>
    <p:sldId id="385" r:id="rId27"/>
    <p:sldId id="386" r:id="rId28"/>
    <p:sldId id="387" r:id="rId29"/>
    <p:sldId id="388" r:id="rId30"/>
    <p:sldId id="367" r:id="rId31"/>
  </p:sldIdLst>
  <p:sldSz cx="12192000" cy="6858000"/>
  <p:notesSz cx="6858000" cy="9144000"/>
  <p:custDataLst>
    <p:tags r:id="rId3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0D57C38-AC91-4877-97D8-4841B3BD40A7}" v="40" dt="2026-09-24T19:07:51.18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llemlayout 2 - Markering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301" autoAdjust="0"/>
    <p:restoredTop sz="0"/>
  </p:normalViewPr>
  <p:slideViewPr>
    <p:cSldViewPr>
      <p:cViewPr varScale="1">
        <p:scale>
          <a:sx n="10" d="100"/>
          <a:sy n="10" d="100"/>
        </p:scale>
        <p:origin x="2064" y="-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customXml" Target="../customXml/item13.xml"/><Relationship Id="rId18" Type="http://schemas.openxmlformats.org/officeDocument/2006/relationships/customXml" Target="../customXml/item18.xml"/><Relationship Id="rId26" Type="http://schemas.openxmlformats.org/officeDocument/2006/relationships/slide" Target="slides/slide4.xml"/><Relationship Id="rId39" Type="http://schemas.microsoft.com/office/2015/10/relationships/revisionInfo" Target="revisionInfo.xml"/><Relationship Id="rId21" Type="http://schemas.openxmlformats.org/officeDocument/2006/relationships/slideMaster" Target="slideMasters/slideMaster1.xml"/><Relationship Id="rId34" Type="http://schemas.openxmlformats.org/officeDocument/2006/relationships/presProps" Target="presProps.xml"/><Relationship Id="rId7" Type="http://schemas.openxmlformats.org/officeDocument/2006/relationships/customXml" Target="../customXml/item7.xml"/><Relationship Id="rId12" Type="http://schemas.openxmlformats.org/officeDocument/2006/relationships/customXml" Target="../customXml/item12.xml"/><Relationship Id="rId17" Type="http://schemas.openxmlformats.org/officeDocument/2006/relationships/customXml" Target="../customXml/item17.xml"/><Relationship Id="rId25" Type="http://schemas.openxmlformats.org/officeDocument/2006/relationships/slide" Target="slides/slide3.xml"/><Relationship Id="rId33" Type="http://schemas.openxmlformats.org/officeDocument/2006/relationships/tags" Target="tags/tag1.xml"/><Relationship Id="rId38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customXml" Target="../customXml/item16.xml"/><Relationship Id="rId20" Type="http://schemas.openxmlformats.org/officeDocument/2006/relationships/customXml" Target="../customXml/item20.xml"/><Relationship Id="rId29" Type="http://schemas.openxmlformats.org/officeDocument/2006/relationships/slide" Target="slides/slide7.xml"/><Relationship Id="rId1" Type="http://schemas.openxmlformats.org/officeDocument/2006/relationships/customXml" Target="../customXml/item1.xml"/><Relationship Id="rId6" Type="http://schemas.openxmlformats.org/officeDocument/2006/relationships/customXml" Target="../customXml/item6.xml"/><Relationship Id="rId11" Type="http://schemas.openxmlformats.org/officeDocument/2006/relationships/customXml" Target="../customXml/item11.xml"/><Relationship Id="rId24" Type="http://schemas.openxmlformats.org/officeDocument/2006/relationships/slide" Target="slides/slide2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5" Type="http://schemas.openxmlformats.org/officeDocument/2006/relationships/customXml" Target="../customXml/item5.xml"/><Relationship Id="rId15" Type="http://schemas.openxmlformats.org/officeDocument/2006/relationships/customXml" Target="../customXml/item15.xml"/><Relationship Id="rId23" Type="http://schemas.openxmlformats.org/officeDocument/2006/relationships/slide" Target="slides/slide1.xml"/><Relationship Id="rId28" Type="http://schemas.openxmlformats.org/officeDocument/2006/relationships/slide" Target="slides/slide6.xml"/><Relationship Id="rId36" Type="http://schemas.openxmlformats.org/officeDocument/2006/relationships/theme" Target="theme/theme1.xml"/><Relationship Id="rId10" Type="http://schemas.openxmlformats.org/officeDocument/2006/relationships/customXml" Target="../customXml/item10.xml"/><Relationship Id="rId19" Type="http://schemas.openxmlformats.org/officeDocument/2006/relationships/customXml" Target="../customXml/item19.xml"/><Relationship Id="rId31" Type="http://schemas.openxmlformats.org/officeDocument/2006/relationships/slide" Target="slides/slide9.xml"/><Relationship Id="rId4" Type="http://schemas.openxmlformats.org/officeDocument/2006/relationships/customXml" Target="../customXml/item4.xml"/><Relationship Id="rId9" Type="http://schemas.openxmlformats.org/officeDocument/2006/relationships/customXml" Target="../customXml/item9.xml"/><Relationship Id="rId14" Type="http://schemas.openxmlformats.org/officeDocument/2006/relationships/customXml" Target="../customXml/item14.xml"/><Relationship Id="rId22" Type="http://schemas.openxmlformats.org/officeDocument/2006/relationships/slideMaster" Target="slideMasters/slideMaster2.xml"/><Relationship Id="rId27" Type="http://schemas.openxmlformats.org/officeDocument/2006/relationships/slide" Target="slides/slide5.xml"/><Relationship Id="rId30" Type="http://schemas.openxmlformats.org/officeDocument/2006/relationships/slide" Target="slides/slide8.xml"/><Relationship Id="rId35" Type="http://schemas.openxmlformats.org/officeDocument/2006/relationships/viewProps" Target="viewProps.xml"/><Relationship Id="rId8" Type="http://schemas.openxmlformats.org/officeDocument/2006/relationships/customXml" Target="../customXml/item8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ne Sick Andersen" userId="49e9b546-474a-4bde-a688-d87c976b5750" providerId="ADAL" clId="{73A41FA5-6AE3-4B11-9C21-AA290597BBC6}"/>
    <pc:docChg chg="undo custSel addSld modSld sldOrd">
      <pc:chgData name="Sune Sick Andersen" userId="49e9b546-474a-4bde-a688-d87c976b5750" providerId="ADAL" clId="{73A41FA5-6AE3-4B11-9C21-AA290597BBC6}" dt="2026-09-24T19:08:10.245" v="1528" actId="20577"/>
      <pc:docMkLst>
        <pc:docMk/>
      </pc:docMkLst>
      <pc:sldChg chg="addSp delSp modSp mod">
        <pc:chgData name="Sune Sick Andersen" userId="49e9b546-474a-4bde-a688-d87c976b5750" providerId="ADAL" clId="{73A41FA5-6AE3-4B11-9C21-AA290597BBC6}" dt="2026-09-24T18:48:49.671" v="1051" actId="1076"/>
        <pc:sldMkLst>
          <pc:docMk/>
          <pc:sldMk cId="1270353214" sldId="262"/>
        </pc:sldMkLst>
        <pc:spChg chg="mod">
          <ac:chgData name="Sune Sick Andersen" userId="49e9b546-474a-4bde-a688-d87c976b5750" providerId="ADAL" clId="{73A41FA5-6AE3-4B11-9C21-AA290597BBC6}" dt="2026-09-24T18:48:49.671" v="1051" actId="1076"/>
          <ac:spMkLst>
            <pc:docMk/>
            <pc:sldMk cId="1270353214" sldId="262"/>
            <ac:spMk id="4" creationId="{6E626A67-A0D8-38B5-F21E-95BEFF8B6E55}"/>
          </ac:spMkLst>
        </pc:spChg>
        <pc:spChg chg="add del mod">
          <ac:chgData name="Sune Sick Andersen" userId="49e9b546-474a-4bde-a688-d87c976b5750" providerId="ADAL" clId="{73A41FA5-6AE3-4B11-9C21-AA290597BBC6}" dt="2026-09-24T18:23:15.282" v="533" actId="478"/>
          <ac:spMkLst>
            <pc:docMk/>
            <pc:sldMk cId="1270353214" sldId="262"/>
            <ac:spMk id="6" creationId="{51A8A62E-E995-C3F8-ABAE-4EF751D785EA}"/>
          </ac:spMkLst>
        </pc:spChg>
        <pc:spChg chg="add mod">
          <ac:chgData name="Sune Sick Andersen" userId="49e9b546-474a-4bde-a688-d87c976b5750" providerId="ADAL" clId="{73A41FA5-6AE3-4B11-9C21-AA290597BBC6}" dt="2026-09-24T18:36:18.045" v="799"/>
          <ac:spMkLst>
            <pc:docMk/>
            <pc:sldMk cId="1270353214" sldId="262"/>
            <ac:spMk id="7" creationId="{050B2795-3732-FB00-3E86-78A43095CBA0}"/>
          </ac:spMkLst>
        </pc:spChg>
        <pc:spChg chg="add mod">
          <ac:chgData name="Sune Sick Andersen" userId="49e9b546-474a-4bde-a688-d87c976b5750" providerId="ADAL" clId="{73A41FA5-6AE3-4B11-9C21-AA290597BBC6}" dt="2026-09-24T18:36:18.045" v="799"/>
          <ac:spMkLst>
            <pc:docMk/>
            <pc:sldMk cId="1270353214" sldId="262"/>
            <ac:spMk id="8" creationId="{D259EEC6-2A5E-8D52-8CAD-2E6A8C317F2E}"/>
          </ac:spMkLst>
        </pc:spChg>
      </pc:sldChg>
      <pc:sldChg chg="modSp mod">
        <pc:chgData name="Sune Sick Andersen" userId="49e9b546-474a-4bde-a688-d87c976b5750" providerId="ADAL" clId="{73A41FA5-6AE3-4B11-9C21-AA290597BBC6}" dt="2026-09-24T16:42:14.609" v="23" actId="1076"/>
        <pc:sldMkLst>
          <pc:docMk/>
          <pc:sldMk cId="3488649873" sldId="367"/>
        </pc:sldMkLst>
        <pc:picChg chg="mod">
          <ac:chgData name="Sune Sick Andersen" userId="49e9b546-474a-4bde-a688-d87c976b5750" providerId="ADAL" clId="{73A41FA5-6AE3-4B11-9C21-AA290597BBC6}" dt="2026-09-24T16:42:14.609" v="23" actId="1076"/>
          <ac:picMkLst>
            <pc:docMk/>
            <pc:sldMk cId="3488649873" sldId="367"/>
            <ac:picMk id="5" creationId="{B14404DD-0F1E-74DD-4579-A5698DA867B3}"/>
          </ac:picMkLst>
        </pc:picChg>
      </pc:sldChg>
      <pc:sldChg chg="addSp delSp modSp mod">
        <pc:chgData name="Sune Sick Andersen" userId="49e9b546-474a-4bde-a688-d87c976b5750" providerId="ADAL" clId="{73A41FA5-6AE3-4B11-9C21-AA290597BBC6}" dt="2026-09-24T18:53:41.054" v="1183" actId="478"/>
        <pc:sldMkLst>
          <pc:docMk/>
          <pc:sldMk cId="4249070368" sldId="383"/>
        </pc:sldMkLst>
        <pc:spChg chg="add del mod">
          <ac:chgData name="Sune Sick Andersen" userId="49e9b546-474a-4bde-a688-d87c976b5750" providerId="ADAL" clId="{73A41FA5-6AE3-4B11-9C21-AA290597BBC6}" dt="2026-09-24T17:50:12.569" v="162" actId="21"/>
          <ac:spMkLst>
            <pc:docMk/>
            <pc:sldMk cId="4249070368" sldId="383"/>
            <ac:spMk id="7" creationId="{A2BF928C-6574-766A-6475-64C396A2A709}"/>
          </ac:spMkLst>
        </pc:spChg>
        <pc:spChg chg="add del mod">
          <ac:chgData name="Sune Sick Andersen" userId="49e9b546-474a-4bde-a688-d87c976b5750" providerId="ADAL" clId="{73A41FA5-6AE3-4B11-9C21-AA290597BBC6}" dt="2026-09-24T17:50:12.569" v="162" actId="21"/>
          <ac:spMkLst>
            <pc:docMk/>
            <pc:sldMk cId="4249070368" sldId="383"/>
            <ac:spMk id="9" creationId="{A395194C-166C-E4B9-9DAF-A122F5D42A4A}"/>
          </ac:spMkLst>
        </pc:spChg>
        <pc:spChg chg="add del mod">
          <ac:chgData name="Sune Sick Andersen" userId="49e9b546-474a-4bde-a688-d87c976b5750" providerId="ADAL" clId="{73A41FA5-6AE3-4B11-9C21-AA290597BBC6}" dt="2026-09-24T17:50:12.569" v="162" actId="21"/>
          <ac:spMkLst>
            <pc:docMk/>
            <pc:sldMk cId="4249070368" sldId="383"/>
            <ac:spMk id="11" creationId="{D5574B30-E1C1-E5A6-5C3C-E8E4EABE8B79}"/>
          </ac:spMkLst>
        </pc:spChg>
        <pc:spChg chg="del mod">
          <ac:chgData name="Sune Sick Andersen" userId="49e9b546-474a-4bde-a688-d87c976b5750" providerId="ADAL" clId="{73A41FA5-6AE3-4B11-9C21-AA290597BBC6}" dt="2026-09-24T17:41:57.005" v="27"/>
          <ac:spMkLst>
            <pc:docMk/>
            <pc:sldMk cId="4249070368" sldId="383"/>
            <ac:spMk id="15" creationId="{6F2255AE-FEBB-2C17-44FF-D783E1CC8A02}"/>
          </ac:spMkLst>
        </pc:spChg>
        <pc:spChg chg="add del mod">
          <ac:chgData name="Sune Sick Andersen" userId="49e9b546-474a-4bde-a688-d87c976b5750" providerId="ADAL" clId="{73A41FA5-6AE3-4B11-9C21-AA290597BBC6}" dt="2026-09-24T17:50:12.569" v="162" actId="21"/>
          <ac:spMkLst>
            <pc:docMk/>
            <pc:sldMk cId="4249070368" sldId="383"/>
            <ac:spMk id="19" creationId="{FFF6C706-DFB1-F045-F5B4-E61ADAC5EE05}"/>
          </ac:spMkLst>
        </pc:spChg>
        <pc:spChg chg="add del mod">
          <ac:chgData name="Sune Sick Andersen" userId="49e9b546-474a-4bde-a688-d87c976b5750" providerId="ADAL" clId="{73A41FA5-6AE3-4B11-9C21-AA290597BBC6}" dt="2026-09-24T17:51:21.777" v="174" actId="478"/>
          <ac:spMkLst>
            <pc:docMk/>
            <pc:sldMk cId="4249070368" sldId="383"/>
            <ac:spMk id="21" creationId="{03966298-77D8-1944-1980-C99D8B7A5AD2}"/>
          </ac:spMkLst>
        </pc:spChg>
        <pc:spChg chg="add del mod">
          <ac:chgData name="Sune Sick Andersen" userId="49e9b546-474a-4bde-a688-d87c976b5750" providerId="ADAL" clId="{73A41FA5-6AE3-4B11-9C21-AA290597BBC6}" dt="2026-09-24T17:50:39.052" v="168" actId="478"/>
          <ac:spMkLst>
            <pc:docMk/>
            <pc:sldMk cId="4249070368" sldId="383"/>
            <ac:spMk id="24" creationId="{A2BF928C-6574-766A-6475-64C396A2A709}"/>
          </ac:spMkLst>
        </pc:spChg>
        <pc:spChg chg="add del mod">
          <ac:chgData name="Sune Sick Andersen" userId="49e9b546-474a-4bde-a688-d87c976b5750" providerId="ADAL" clId="{73A41FA5-6AE3-4B11-9C21-AA290597BBC6}" dt="2026-09-24T17:50:36.568" v="167" actId="478"/>
          <ac:spMkLst>
            <pc:docMk/>
            <pc:sldMk cId="4249070368" sldId="383"/>
            <ac:spMk id="25" creationId="{A395194C-166C-E4B9-9DAF-A122F5D42A4A}"/>
          </ac:spMkLst>
        </pc:spChg>
        <pc:spChg chg="add del mod">
          <ac:chgData name="Sune Sick Andersen" userId="49e9b546-474a-4bde-a688-d87c976b5750" providerId="ADAL" clId="{73A41FA5-6AE3-4B11-9C21-AA290597BBC6}" dt="2026-09-24T17:50:45.113" v="170" actId="478"/>
          <ac:spMkLst>
            <pc:docMk/>
            <pc:sldMk cId="4249070368" sldId="383"/>
            <ac:spMk id="26" creationId="{D5574B30-E1C1-E5A6-5C3C-E8E4EABE8B79}"/>
          </ac:spMkLst>
        </pc:spChg>
        <pc:spChg chg="add del mod">
          <ac:chgData name="Sune Sick Andersen" userId="49e9b546-474a-4bde-a688-d87c976b5750" providerId="ADAL" clId="{73A41FA5-6AE3-4B11-9C21-AA290597BBC6}" dt="2026-09-24T17:50:41.597" v="169" actId="478"/>
          <ac:spMkLst>
            <pc:docMk/>
            <pc:sldMk cId="4249070368" sldId="383"/>
            <ac:spMk id="28" creationId="{FFF6C706-DFB1-F045-F5B4-E61ADAC5EE05}"/>
          </ac:spMkLst>
        </pc:spChg>
        <pc:spChg chg="add mod">
          <ac:chgData name="Sune Sick Andersen" userId="49e9b546-474a-4bde-a688-d87c976b5750" providerId="ADAL" clId="{73A41FA5-6AE3-4B11-9C21-AA290597BBC6}" dt="2026-09-24T17:52:45.303" v="206" actId="207"/>
          <ac:spMkLst>
            <pc:docMk/>
            <pc:sldMk cId="4249070368" sldId="383"/>
            <ac:spMk id="30" creationId="{CE97E7B8-894F-4C18-79F3-A8D5912CF69E}"/>
          </ac:spMkLst>
        </pc:spChg>
        <pc:spChg chg="add del mod">
          <ac:chgData name="Sune Sick Andersen" userId="49e9b546-474a-4bde-a688-d87c976b5750" providerId="ADAL" clId="{73A41FA5-6AE3-4B11-9C21-AA290597BBC6}" dt="2026-09-24T18:53:41.054" v="1183" actId="478"/>
          <ac:spMkLst>
            <pc:docMk/>
            <pc:sldMk cId="4249070368" sldId="383"/>
            <ac:spMk id="34" creationId="{EE952479-3039-129C-C596-15064A7E4468}"/>
          </ac:spMkLst>
        </pc:spChg>
        <pc:graphicFrameChg chg="add modGraphic">
          <ac:chgData name="Sune Sick Andersen" userId="49e9b546-474a-4bde-a688-d87c976b5750" providerId="ADAL" clId="{73A41FA5-6AE3-4B11-9C21-AA290597BBC6}" dt="2026-09-24T17:59:42.228" v="281" actId="207"/>
          <ac:graphicFrameMkLst>
            <pc:docMk/>
            <pc:sldMk cId="4249070368" sldId="383"/>
            <ac:graphicFrameMk id="32" creationId="{682A988C-ABD0-76DB-FE0A-00A19826810F}"/>
          </ac:graphicFrameMkLst>
        </pc:graphicFrameChg>
        <pc:picChg chg="del">
          <ac:chgData name="Sune Sick Andersen" userId="49e9b546-474a-4bde-a688-d87c976b5750" providerId="ADAL" clId="{73A41FA5-6AE3-4B11-9C21-AA290597BBC6}" dt="2026-09-24T16:40:46.278" v="16" actId="478"/>
          <ac:picMkLst>
            <pc:docMk/>
            <pc:sldMk cId="4249070368" sldId="383"/>
            <ac:picMk id="2" creationId="{696689C7-07FF-490F-BEA9-48260573BDA2}"/>
          </ac:picMkLst>
        </pc:picChg>
        <pc:picChg chg="add del mod">
          <ac:chgData name="Sune Sick Andersen" userId="49e9b546-474a-4bde-a688-d87c976b5750" providerId="ADAL" clId="{73A41FA5-6AE3-4B11-9C21-AA290597BBC6}" dt="2026-09-24T17:50:12.569" v="162" actId="21"/>
          <ac:picMkLst>
            <pc:docMk/>
            <pc:sldMk cId="4249070368" sldId="383"/>
            <ac:picMk id="4" creationId="{9ABF4550-6356-ECAF-9378-A38D9324E91F}"/>
          </ac:picMkLst>
        </pc:picChg>
        <pc:picChg chg="del">
          <ac:chgData name="Sune Sick Andersen" userId="49e9b546-474a-4bde-a688-d87c976b5750" providerId="ADAL" clId="{73A41FA5-6AE3-4B11-9C21-AA290597BBC6}" dt="2026-09-24T17:50:12.569" v="162" actId="21"/>
          <ac:picMkLst>
            <pc:docMk/>
            <pc:sldMk cId="4249070368" sldId="383"/>
            <ac:picMk id="5" creationId="{95587336-3D67-0CAE-143F-7232D907535A}"/>
          </ac:picMkLst>
        </pc:picChg>
        <pc:picChg chg="add mod">
          <ac:chgData name="Sune Sick Andersen" userId="49e9b546-474a-4bde-a688-d87c976b5750" providerId="ADAL" clId="{73A41FA5-6AE3-4B11-9C21-AA290597BBC6}" dt="2026-09-24T17:50:24.779" v="164" actId="1076"/>
          <ac:picMkLst>
            <pc:docMk/>
            <pc:sldMk cId="4249070368" sldId="383"/>
            <ac:picMk id="22" creationId="{95587336-3D67-0CAE-143F-7232D907535A}"/>
          </ac:picMkLst>
        </pc:picChg>
        <pc:picChg chg="add del mod">
          <ac:chgData name="Sune Sick Andersen" userId="49e9b546-474a-4bde-a688-d87c976b5750" providerId="ADAL" clId="{73A41FA5-6AE3-4B11-9C21-AA290597BBC6}" dt="2026-09-24T17:50:31.247" v="165" actId="478"/>
          <ac:picMkLst>
            <pc:docMk/>
            <pc:sldMk cId="4249070368" sldId="383"/>
            <ac:picMk id="23" creationId="{9ABF4550-6356-ECAF-9378-A38D9324E91F}"/>
          </ac:picMkLst>
        </pc:picChg>
        <pc:inkChg chg="add del">
          <ac:chgData name="Sune Sick Andersen" userId="49e9b546-474a-4bde-a688-d87c976b5750" providerId="ADAL" clId="{73A41FA5-6AE3-4B11-9C21-AA290597BBC6}" dt="2026-09-24T17:50:12.569" v="162" actId="21"/>
          <ac:inkMkLst>
            <pc:docMk/>
            <pc:sldMk cId="4249070368" sldId="383"/>
            <ac:inkMk id="18" creationId="{691C8B84-09C1-B663-3CFB-BDCAA15E38AC}"/>
          </ac:inkMkLst>
        </pc:inkChg>
        <pc:inkChg chg="add mod">
          <ac:chgData name="Sune Sick Andersen" userId="49e9b546-474a-4bde-a688-d87c976b5750" providerId="ADAL" clId="{73A41FA5-6AE3-4B11-9C21-AA290597BBC6}" dt="2026-09-24T17:50:24.779" v="164" actId="1076"/>
          <ac:inkMkLst>
            <pc:docMk/>
            <pc:sldMk cId="4249070368" sldId="383"/>
            <ac:inkMk id="27" creationId="{691C8B84-09C1-B663-3CFB-BDCAA15E38AC}"/>
          </ac:inkMkLst>
        </pc:inkChg>
        <pc:cxnChg chg="add del">
          <ac:chgData name="Sune Sick Andersen" userId="49e9b546-474a-4bde-a688-d87c976b5750" providerId="ADAL" clId="{73A41FA5-6AE3-4B11-9C21-AA290597BBC6}" dt="2026-09-24T17:44:26.979" v="141" actId="11529"/>
          <ac:cxnSpMkLst>
            <pc:docMk/>
            <pc:sldMk cId="4249070368" sldId="383"/>
            <ac:cxnSpMk id="13" creationId="{59A50ABF-5594-D054-EFF0-BA449BC96F9F}"/>
          </ac:cxnSpMkLst>
        </pc:cxnChg>
        <pc:cxnChg chg="add del mod">
          <ac:chgData name="Sune Sick Andersen" userId="49e9b546-474a-4bde-a688-d87c976b5750" providerId="ADAL" clId="{73A41FA5-6AE3-4B11-9C21-AA290597BBC6}" dt="2026-09-24T17:47:04.508" v="153" actId="478"/>
          <ac:cxnSpMkLst>
            <pc:docMk/>
            <pc:sldMk cId="4249070368" sldId="383"/>
            <ac:cxnSpMk id="16" creationId="{870D90BE-C42D-BE9B-9F16-5293AA7DD00A}"/>
          </ac:cxnSpMkLst>
        </pc:cxnChg>
      </pc:sldChg>
      <pc:sldChg chg="addSp delSp modSp add mod ord">
        <pc:chgData name="Sune Sick Andersen" userId="49e9b546-474a-4bde-a688-d87c976b5750" providerId="ADAL" clId="{73A41FA5-6AE3-4B11-9C21-AA290597BBC6}" dt="2026-09-24T18:11:05.514" v="337"/>
        <pc:sldMkLst>
          <pc:docMk/>
          <pc:sldMk cId="2249092392" sldId="384"/>
        </pc:sldMkLst>
        <pc:spChg chg="add mod">
          <ac:chgData name="Sune Sick Andersen" userId="49e9b546-474a-4bde-a688-d87c976b5750" providerId="ADAL" clId="{73A41FA5-6AE3-4B11-9C21-AA290597BBC6}" dt="2026-09-24T18:01:37.994" v="330" actId="404"/>
          <ac:spMkLst>
            <pc:docMk/>
            <pc:sldMk cId="2249092392" sldId="384"/>
            <ac:spMk id="7" creationId="{AA0A89B3-A362-9AAD-8F5F-4DFE4F58EF78}"/>
          </ac:spMkLst>
        </pc:spChg>
        <pc:spChg chg="del">
          <ac:chgData name="Sune Sick Andersen" userId="49e9b546-474a-4bde-a688-d87c976b5750" providerId="ADAL" clId="{73A41FA5-6AE3-4B11-9C21-AA290597BBC6}" dt="2026-09-24T17:53:33.692" v="237" actId="478"/>
          <ac:spMkLst>
            <pc:docMk/>
            <pc:sldMk cId="2249092392" sldId="384"/>
            <ac:spMk id="15" creationId="{3F14B8AB-C6E3-4F74-FAE8-25FD6B4E73AD}"/>
          </ac:spMkLst>
        </pc:spChg>
        <pc:picChg chg="add del mod">
          <ac:chgData name="Sune Sick Andersen" userId="49e9b546-474a-4bde-a688-d87c976b5750" providerId="ADAL" clId="{73A41FA5-6AE3-4B11-9C21-AA290597BBC6}" dt="2026-09-24T18:02:35.271" v="331" actId="478"/>
          <ac:picMkLst>
            <pc:docMk/>
            <pc:sldMk cId="2249092392" sldId="384"/>
            <ac:picMk id="3" creationId="{BB32F1AE-329B-23BD-8BA1-1D9DDD597620}"/>
          </ac:picMkLst>
        </pc:picChg>
        <pc:picChg chg="del">
          <ac:chgData name="Sune Sick Andersen" userId="49e9b546-474a-4bde-a688-d87c976b5750" providerId="ADAL" clId="{73A41FA5-6AE3-4B11-9C21-AA290597BBC6}" dt="2026-09-24T17:53:27.701" v="236" actId="478"/>
          <ac:picMkLst>
            <pc:docMk/>
            <pc:sldMk cId="2249092392" sldId="384"/>
            <ac:picMk id="4" creationId="{1E305B8F-70A2-11E3-9F16-C3C9E7603A37}"/>
          </ac:picMkLst>
        </pc:picChg>
        <pc:picChg chg="add mod">
          <ac:chgData name="Sune Sick Andersen" userId="49e9b546-474a-4bde-a688-d87c976b5750" providerId="ADAL" clId="{73A41FA5-6AE3-4B11-9C21-AA290597BBC6}" dt="2026-09-24T18:09:24.784" v="335" actId="14100"/>
          <ac:picMkLst>
            <pc:docMk/>
            <pc:sldMk cId="2249092392" sldId="384"/>
            <ac:picMk id="9" creationId="{259F4B9B-15A0-6B3F-52FF-AC5549DE06BA}"/>
          </ac:picMkLst>
        </pc:picChg>
      </pc:sldChg>
      <pc:sldChg chg="addSp modSp add mod">
        <pc:chgData name="Sune Sick Andersen" userId="49e9b546-474a-4bde-a688-d87c976b5750" providerId="ADAL" clId="{73A41FA5-6AE3-4B11-9C21-AA290597BBC6}" dt="2026-09-24T18:52:33.504" v="1182" actId="1076"/>
        <pc:sldMkLst>
          <pc:docMk/>
          <pc:sldMk cId="2216934549" sldId="385"/>
        </pc:sldMkLst>
        <pc:spChg chg="add mod">
          <ac:chgData name="Sune Sick Andersen" userId="49e9b546-474a-4bde-a688-d87c976b5750" providerId="ADAL" clId="{73A41FA5-6AE3-4B11-9C21-AA290597BBC6}" dt="2026-09-24T18:46:23.247" v="1005" actId="207"/>
          <ac:spMkLst>
            <pc:docMk/>
            <pc:sldMk cId="2216934549" sldId="385"/>
            <ac:spMk id="2" creationId="{3CCCF535-11F0-CA91-67E4-315319F834B6}"/>
          </ac:spMkLst>
        </pc:spChg>
        <pc:spChg chg="mod">
          <ac:chgData name="Sune Sick Andersen" userId="49e9b546-474a-4bde-a688-d87c976b5750" providerId="ADAL" clId="{73A41FA5-6AE3-4B11-9C21-AA290597BBC6}" dt="2026-09-24T17:56:27.188" v="242" actId="207"/>
          <ac:spMkLst>
            <pc:docMk/>
            <pc:sldMk cId="2216934549" sldId="385"/>
            <ac:spMk id="7" creationId="{A65B2215-742C-1363-426C-66ABD47057E1}"/>
          </ac:spMkLst>
        </pc:spChg>
        <pc:spChg chg="mod">
          <ac:chgData name="Sune Sick Andersen" userId="49e9b546-474a-4bde-a688-d87c976b5750" providerId="ADAL" clId="{73A41FA5-6AE3-4B11-9C21-AA290597BBC6}" dt="2026-09-24T18:47:27.907" v="1046" actId="20577"/>
          <ac:spMkLst>
            <pc:docMk/>
            <pc:sldMk cId="2216934549" sldId="385"/>
            <ac:spMk id="9" creationId="{04F4AE8E-6EAB-059B-26AD-D62D5D7D5B74}"/>
          </ac:spMkLst>
        </pc:spChg>
        <pc:spChg chg="mod">
          <ac:chgData name="Sune Sick Andersen" userId="49e9b546-474a-4bde-a688-d87c976b5750" providerId="ADAL" clId="{73A41FA5-6AE3-4B11-9C21-AA290597BBC6}" dt="2026-09-24T18:52:33.504" v="1182" actId="1076"/>
          <ac:spMkLst>
            <pc:docMk/>
            <pc:sldMk cId="2216934549" sldId="385"/>
            <ac:spMk id="11" creationId="{4B696B2B-D81B-10B3-8DB5-0026EBB35B64}"/>
          </ac:spMkLst>
        </pc:spChg>
        <pc:spChg chg="mod">
          <ac:chgData name="Sune Sick Andersen" userId="49e9b546-474a-4bde-a688-d87c976b5750" providerId="ADAL" clId="{73A41FA5-6AE3-4B11-9C21-AA290597BBC6}" dt="2026-09-24T18:46:09.548" v="1004" actId="207"/>
          <ac:spMkLst>
            <pc:docMk/>
            <pc:sldMk cId="2216934549" sldId="385"/>
            <ac:spMk id="19" creationId="{A3512F0E-79B2-0E16-19B5-3A70C2F30970}"/>
          </ac:spMkLst>
        </pc:spChg>
      </pc:sldChg>
      <pc:sldChg chg="addSp delSp modSp add mod modNotesTx">
        <pc:chgData name="Sune Sick Andersen" userId="49e9b546-474a-4bde-a688-d87c976b5750" providerId="ADAL" clId="{73A41FA5-6AE3-4B11-9C21-AA290597BBC6}" dt="2026-09-24T19:04:51.054" v="1419" actId="20577"/>
        <pc:sldMkLst>
          <pc:docMk/>
          <pc:sldMk cId="4068091703" sldId="386"/>
        </pc:sldMkLst>
        <pc:spChg chg="mod ord">
          <ac:chgData name="Sune Sick Andersen" userId="49e9b546-474a-4bde-a688-d87c976b5750" providerId="ADAL" clId="{73A41FA5-6AE3-4B11-9C21-AA290597BBC6}" dt="2026-09-24T18:21:35.547" v="476" actId="1076"/>
          <ac:spMkLst>
            <pc:docMk/>
            <pc:sldMk cId="4068091703" sldId="386"/>
            <ac:spMk id="2" creationId="{78267B38-A0BF-0DC7-7249-816BDB10F488}"/>
          </ac:spMkLst>
        </pc:spChg>
        <pc:spChg chg="mod">
          <ac:chgData name="Sune Sick Andersen" userId="49e9b546-474a-4bde-a688-d87c976b5750" providerId="ADAL" clId="{73A41FA5-6AE3-4B11-9C21-AA290597BBC6}" dt="2026-09-24T18:17:27.160" v="408" actId="20577"/>
          <ac:spMkLst>
            <pc:docMk/>
            <pc:sldMk cId="4068091703" sldId="386"/>
            <ac:spMk id="7" creationId="{E62DE754-21BF-9D13-D15F-5EF97D4EB9BF}"/>
          </ac:spMkLst>
        </pc:spChg>
        <pc:spChg chg="mod">
          <ac:chgData name="Sune Sick Andersen" userId="49e9b546-474a-4bde-a688-d87c976b5750" providerId="ADAL" clId="{73A41FA5-6AE3-4B11-9C21-AA290597BBC6}" dt="2026-09-24T18:49:55.087" v="1076" actId="5793"/>
          <ac:spMkLst>
            <pc:docMk/>
            <pc:sldMk cId="4068091703" sldId="386"/>
            <ac:spMk id="9" creationId="{E82AC768-3884-F9C2-F7FF-C9800AFEFB53}"/>
          </ac:spMkLst>
        </pc:spChg>
        <pc:spChg chg="del mod">
          <ac:chgData name="Sune Sick Andersen" userId="49e9b546-474a-4bde-a688-d87c976b5750" providerId="ADAL" clId="{73A41FA5-6AE3-4B11-9C21-AA290597BBC6}" dt="2026-09-24T18:19:16.972" v="460" actId="478"/>
          <ac:spMkLst>
            <pc:docMk/>
            <pc:sldMk cId="4068091703" sldId="386"/>
            <ac:spMk id="11" creationId="{F9FC243B-D702-048C-6E98-195EEEE13C9E}"/>
          </ac:spMkLst>
        </pc:spChg>
        <pc:spChg chg="del mod">
          <ac:chgData name="Sune Sick Andersen" userId="49e9b546-474a-4bde-a688-d87c976b5750" providerId="ADAL" clId="{73A41FA5-6AE3-4B11-9C21-AA290597BBC6}" dt="2026-09-24T18:20:26.436" v="467" actId="478"/>
          <ac:spMkLst>
            <pc:docMk/>
            <pc:sldMk cId="4068091703" sldId="386"/>
            <ac:spMk id="19" creationId="{8FFAA9F7-A420-3012-15F3-2AE5578663AE}"/>
          </ac:spMkLst>
        </pc:spChg>
        <pc:picChg chg="del">
          <ac:chgData name="Sune Sick Andersen" userId="49e9b546-474a-4bde-a688-d87c976b5750" providerId="ADAL" clId="{73A41FA5-6AE3-4B11-9C21-AA290597BBC6}" dt="2026-09-24T18:17:31.648" v="409" actId="478"/>
          <ac:picMkLst>
            <pc:docMk/>
            <pc:sldMk cId="4068091703" sldId="386"/>
            <ac:picMk id="4" creationId="{7CC43C93-5308-9B90-6FB4-0499DCEA197E}"/>
          </ac:picMkLst>
        </pc:picChg>
        <pc:picChg chg="add mod">
          <ac:chgData name="Sune Sick Andersen" userId="49e9b546-474a-4bde-a688-d87c976b5750" providerId="ADAL" clId="{73A41FA5-6AE3-4B11-9C21-AA290597BBC6}" dt="2026-09-24T18:19:21.893" v="461" actId="1076"/>
          <ac:picMkLst>
            <pc:docMk/>
            <pc:sldMk cId="4068091703" sldId="386"/>
            <ac:picMk id="6" creationId="{692B795F-73A2-798E-A7B5-EADE2AD387F4}"/>
          </ac:picMkLst>
        </pc:picChg>
      </pc:sldChg>
      <pc:sldChg chg="addSp delSp modSp add mod ord modNotesTx">
        <pc:chgData name="Sune Sick Andersen" userId="49e9b546-474a-4bde-a688-d87c976b5750" providerId="ADAL" clId="{73A41FA5-6AE3-4B11-9C21-AA290597BBC6}" dt="2026-09-24T19:08:10.245" v="1528" actId="20577"/>
        <pc:sldMkLst>
          <pc:docMk/>
          <pc:sldMk cId="213014215" sldId="387"/>
        </pc:sldMkLst>
        <pc:spChg chg="del">
          <ac:chgData name="Sune Sick Andersen" userId="49e9b546-474a-4bde-a688-d87c976b5750" providerId="ADAL" clId="{73A41FA5-6AE3-4B11-9C21-AA290597BBC6}" dt="2026-09-24T18:30:49.314" v="747" actId="478"/>
          <ac:spMkLst>
            <pc:docMk/>
            <pc:sldMk cId="213014215" sldId="387"/>
            <ac:spMk id="2" creationId="{0A6C86AC-83FE-C125-A9B5-D1379B8D73CC}"/>
          </ac:spMkLst>
        </pc:spChg>
        <pc:spChg chg="add mod">
          <ac:chgData name="Sune Sick Andersen" userId="49e9b546-474a-4bde-a688-d87c976b5750" providerId="ADAL" clId="{73A41FA5-6AE3-4B11-9C21-AA290597BBC6}" dt="2026-09-24T18:36:03.526" v="796" actId="403"/>
          <ac:spMkLst>
            <pc:docMk/>
            <pc:sldMk cId="213014215" sldId="387"/>
            <ac:spMk id="3" creationId="{1AC3B688-D2EF-6590-C9CD-983419C27798}"/>
          </ac:spMkLst>
        </pc:spChg>
        <pc:spChg chg="add mod">
          <ac:chgData name="Sune Sick Andersen" userId="49e9b546-474a-4bde-a688-d87c976b5750" providerId="ADAL" clId="{73A41FA5-6AE3-4B11-9C21-AA290597BBC6}" dt="2026-09-24T19:07:42.480" v="1499" actId="20577"/>
          <ac:spMkLst>
            <pc:docMk/>
            <pc:sldMk cId="213014215" sldId="387"/>
            <ac:spMk id="6" creationId="{AF8CFC3F-5D77-2672-D1C3-06DD09F34785}"/>
          </ac:spMkLst>
        </pc:spChg>
        <pc:spChg chg="del">
          <ac:chgData name="Sune Sick Andersen" userId="49e9b546-474a-4bde-a688-d87c976b5750" providerId="ADAL" clId="{73A41FA5-6AE3-4B11-9C21-AA290597BBC6}" dt="2026-09-24T18:34:24.019" v="753" actId="478"/>
          <ac:spMkLst>
            <pc:docMk/>
            <pc:sldMk cId="213014215" sldId="387"/>
            <ac:spMk id="7" creationId="{2EE8831B-4ACD-F65B-F7D6-251B7147DDBE}"/>
          </ac:spMkLst>
        </pc:spChg>
        <pc:spChg chg="del mod">
          <ac:chgData name="Sune Sick Andersen" userId="49e9b546-474a-4bde-a688-d87c976b5750" providerId="ADAL" clId="{73A41FA5-6AE3-4B11-9C21-AA290597BBC6}" dt="2026-09-24T18:34:24.019" v="755"/>
          <ac:spMkLst>
            <pc:docMk/>
            <pc:sldMk cId="213014215" sldId="387"/>
            <ac:spMk id="9" creationId="{68BEC832-96EF-CD39-B8FD-F64C1DEB7711}"/>
          </ac:spMkLst>
        </pc:spChg>
        <pc:spChg chg="del">
          <ac:chgData name="Sune Sick Andersen" userId="49e9b546-474a-4bde-a688-d87c976b5750" providerId="ADAL" clId="{73A41FA5-6AE3-4B11-9C21-AA290597BBC6}" dt="2026-09-24T18:30:53.121" v="749" actId="478"/>
          <ac:spMkLst>
            <pc:docMk/>
            <pc:sldMk cId="213014215" sldId="387"/>
            <ac:spMk id="11" creationId="{9E8FB318-0E27-BDFF-F0B9-01F7A194DC51}"/>
          </ac:spMkLst>
        </pc:spChg>
        <pc:spChg chg="del">
          <ac:chgData name="Sune Sick Andersen" userId="49e9b546-474a-4bde-a688-d87c976b5750" providerId="ADAL" clId="{73A41FA5-6AE3-4B11-9C21-AA290597BBC6}" dt="2026-09-24T18:30:50.266" v="748" actId="478"/>
          <ac:spMkLst>
            <pc:docMk/>
            <pc:sldMk cId="213014215" sldId="387"/>
            <ac:spMk id="19" creationId="{CA8DB2C9-A2FC-2A8E-FB8E-EF1EB6002C88}"/>
          </ac:spMkLst>
        </pc:spChg>
        <pc:picChg chg="del">
          <ac:chgData name="Sune Sick Andersen" userId="49e9b546-474a-4bde-a688-d87c976b5750" providerId="ADAL" clId="{73A41FA5-6AE3-4B11-9C21-AA290597BBC6}" dt="2026-09-24T18:30:45.709" v="746" actId="478"/>
          <ac:picMkLst>
            <pc:docMk/>
            <pc:sldMk cId="213014215" sldId="387"/>
            <ac:picMk id="4" creationId="{AA2A0D06-B505-29DA-7982-9206127D801B}"/>
          </ac:picMkLst>
        </pc:picChg>
      </pc:sldChg>
      <pc:sldChg chg="modSp add mod">
        <pc:chgData name="Sune Sick Andersen" userId="49e9b546-474a-4bde-a688-d87c976b5750" providerId="ADAL" clId="{73A41FA5-6AE3-4B11-9C21-AA290597BBC6}" dt="2026-09-24T18:58:19.432" v="1377" actId="1076"/>
        <pc:sldMkLst>
          <pc:docMk/>
          <pc:sldMk cId="102818225" sldId="388"/>
        </pc:sldMkLst>
        <pc:spChg chg="mod">
          <ac:chgData name="Sune Sick Andersen" userId="49e9b546-474a-4bde-a688-d87c976b5750" providerId="ADAL" clId="{73A41FA5-6AE3-4B11-9C21-AA290597BBC6}" dt="2026-09-24T18:39:38.555" v="872" actId="27636"/>
          <ac:spMkLst>
            <pc:docMk/>
            <pc:sldMk cId="102818225" sldId="388"/>
            <ac:spMk id="3" creationId="{3D1ED2FE-40D5-1B68-677E-08F043B07F41}"/>
          </ac:spMkLst>
        </pc:spChg>
        <pc:spChg chg="mod">
          <ac:chgData name="Sune Sick Andersen" userId="49e9b546-474a-4bde-a688-d87c976b5750" providerId="ADAL" clId="{73A41FA5-6AE3-4B11-9C21-AA290597BBC6}" dt="2026-09-24T18:58:19.432" v="1377" actId="1076"/>
          <ac:spMkLst>
            <pc:docMk/>
            <pc:sldMk cId="102818225" sldId="388"/>
            <ac:spMk id="6" creationId="{4EE22FE2-87E6-698F-FD93-D266F4DBC3F7}"/>
          </ac:spMkLst>
        </pc:sp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4T17:46:18.66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24575,'0'0'-8191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4T17:46:18.66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24575,'0'0'-8191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4T17:46:18.66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24575,'0'0'-8191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4T17:46:18.66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24575,'0'0'-8191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4T17:46:18.66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24575,'0'0'-8191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FFE5A1-A7A8-AE4F-9B7B-3BDC9FB76494}" type="datetimeFigureOut">
              <a:rPr lang="en-DK" smtClean="0"/>
              <a:t>09/24/2026</a:t>
            </a:fld>
            <a:endParaRPr lang="en-D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3BDE93-25E6-104A-85A4-3E10B1025A46}" type="slidenum">
              <a:rPr lang="en-DK" smtClean="0"/>
              <a:t>‹nr.›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5002268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3BDE93-25E6-104A-85A4-3E10B1025A46}" type="slidenum">
              <a:rPr lang="en-DK" smtClean="0"/>
              <a:t>1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0235725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dirty="0"/>
              <a:t>Hvis en studerende spørger: "En VPS-udbyder – er det ikke bare </a:t>
            </a:r>
            <a:r>
              <a:rPr lang="da-DK" dirty="0" err="1"/>
              <a:t>hosting</a:t>
            </a:r>
            <a:r>
              <a:rPr lang="da-DK" dirty="0"/>
              <a:t>?"</a:t>
            </a:r>
          </a:p>
          <a:p>
            <a:r>
              <a:rPr lang="da-DK" dirty="0"/>
              <a:t>Så er svaret </a:t>
            </a:r>
            <a:r>
              <a:rPr lang="da-DK" b="1" dirty="0"/>
              <a:t>ja, i almindelig sprogbrug er en VPS en form for </a:t>
            </a:r>
            <a:r>
              <a:rPr lang="da-DK" b="1" dirty="0" err="1"/>
              <a:t>hosting</a:t>
            </a:r>
            <a:r>
              <a:rPr lang="da-DK" dirty="0"/>
              <a:t>.</a:t>
            </a:r>
          </a:p>
          <a:p>
            <a:r>
              <a:rPr lang="da-DK" dirty="0"/>
              <a:t>Men i undervisningen kan du skelne sådan:</a:t>
            </a:r>
          </a:p>
          <a:p>
            <a:r>
              <a:rPr lang="da-DK" b="1" dirty="0"/>
              <a:t>Hosting</a:t>
            </a:r>
            <a:r>
              <a:rPr lang="da-DK" dirty="0"/>
              <a:t> er det brede begreb: en leverandør stiller server/infrastruktur til rådighed for dig.</a:t>
            </a:r>
          </a:p>
          <a:p>
            <a:r>
              <a:rPr lang="da-DK" b="1" dirty="0"/>
              <a:t>VPS – Virtual Private Server </a:t>
            </a:r>
            <a:r>
              <a:rPr lang="da-DK" dirty="0"/>
              <a:t>En VPS er en </a:t>
            </a:r>
            <a:r>
              <a:rPr lang="da-DK" b="1" dirty="0"/>
              <a:t>virtuel server</a:t>
            </a:r>
            <a:r>
              <a:rPr lang="da-DK" dirty="0"/>
              <a:t>, som du lejer hos en </a:t>
            </a:r>
            <a:r>
              <a:rPr lang="da-DK" dirty="0" err="1"/>
              <a:t>hostingudbyder</a:t>
            </a:r>
            <a:r>
              <a:rPr lang="da-DK" dirty="0"/>
              <a:t>.</a:t>
            </a:r>
          </a:p>
          <a:p>
            <a:r>
              <a:rPr lang="da-DK" dirty="0"/>
              <a:t>Du har typisk selv ansvar for: operativsystem - </a:t>
            </a:r>
            <a:r>
              <a:rPr lang="da-DK" dirty="0" err="1"/>
              <a:t>Grafana</a:t>
            </a:r>
            <a:r>
              <a:rPr lang="da-DK" dirty="0"/>
              <a:t> Prometheus -opdateringer -sikkerhed -konfiguration </a:t>
            </a:r>
          </a:p>
          <a:p>
            <a:r>
              <a:rPr lang="da-DK" dirty="0"/>
              <a:t>Derfor kan en VPS bruges som et </a:t>
            </a:r>
            <a:r>
              <a:rPr lang="da-DK" b="1" dirty="0"/>
              <a:t>IaaS-eksempel</a:t>
            </a:r>
            <a:r>
              <a:rPr lang="da-DK" dirty="0"/>
              <a:t>.</a:t>
            </a:r>
          </a:p>
          <a:p>
            <a:endParaRPr lang="da-DK" dirty="0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3BDE93-25E6-104A-85A4-3E10B1025A46}" type="slidenum">
              <a:rPr lang="en-DK" smtClean="0"/>
              <a:t>6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9364228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b="1" dirty="0"/>
              <a:t>forhold til jeres undervisning </a:t>
            </a:r>
            <a:r>
              <a:rPr lang="da-DK" dirty="0"/>
              <a:t>Jeg ville sige til eleverne: </a:t>
            </a:r>
            <a:r>
              <a:rPr lang="da-DK" b="1" dirty="0"/>
              <a:t>Simply.com webhotel = </a:t>
            </a:r>
            <a:r>
              <a:rPr lang="da-DK" b="1" dirty="0" err="1"/>
              <a:t>hosting</a:t>
            </a:r>
            <a:r>
              <a:rPr lang="da-DK" b="1" dirty="0"/>
              <a:t>/</a:t>
            </a:r>
            <a:r>
              <a:rPr lang="da-DK" b="1" dirty="0" err="1"/>
              <a:t>webhosting</a:t>
            </a:r>
            <a:br>
              <a:rPr lang="da-DK" dirty="0"/>
            </a:br>
            <a:r>
              <a:rPr lang="da-DK" b="1" dirty="0" err="1"/>
              <a:t>Azure</a:t>
            </a:r>
            <a:r>
              <a:rPr lang="da-DK" b="1" dirty="0"/>
              <a:t> VM = IaaS - VPS = også en form for </a:t>
            </a:r>
            <a:r>
              <a:rPr lang="da-DK" b="1" dirty="0" err="1"/>
              <a:t>hosting</a:t>
            </a:r>
            <a:r>
              <a:rPr lang="da-DK" b="1" dirty="0"/>
              <a:t>, men med langt mere serverkontrol</a:t>
            </a:r>
            <a:endParaRPr lang="da-DK" dirty="0"/>
          </a:p>
          <a:p>
            <a:r>
              <a:rPr lang="da-DK" dirty="0"/>
              <a:t>Simply.com beskriver selv deres produkt som </a:t>
            </a:r>
            <a:r>
              <a:rPr lang="da-DK" b="1" dirty="0" err="1"/>
              <a:t>webhosting</a:t>
            </a:r>
            <a:r>
              <a:rPr lang="da-DK" dirty="0"/>
              <a:t>, og deres webhotel er lavet til hjemmesider, WordPress, databaser osv.  Så hvis en elev siger: "Jeg har min hjemmeside hos Simply.com, så har jeg vel en VPS?"</a:t>
            </a:r>
          </a:p>
          <a:p>
            <a:r>
              <a:rPr lang="da-DK" dirty="0"/>
              <a:t>Så er svaret: </a:t>
            </a:r>
            <a:r>
              <a:rPr lang="da-DK" b="1" dirty="0"/>
              <a:t>Nej, ikke nødvendigvis. Du har </a:t>
            </a:r>
            <a:r>
              <a:rPr lang="da-DK" b="1" dirty="0" err="1"/>
              <a:t>hosting</a:t>
            </a:r>
            <a:r>
              <a:rPr lang="da-DK" b="1" dirty="0"/>
              <a:t>. Det betyder ikke automatisk, at du har en VPS.</a:t>
            </a:r>
            <a:endParaRPr lang="da-DK" dirty="0"/>
          </a:p>
          <a:p>
            <a:r>
              <a:rPr lang="da-DK" dirty="0"/>
              <a:t>Det er faktisk en rigtig god måde at forklare forskellen mellem </a:t>
            </a:r>
            <a:r>
              <a:rPr lang="da-DK" b="1" dirty="0" err="1"/>
              <a:t>hosting</a:t>
            </a:r>
            <a:r>
              <a:rPr lang="da-DK" b="1" dirty="0"/>
              <a:t>, VPS og IaaS</a:t>
            </a:r>
            <a:r>
              <a:rPr lang="da-DK" dirty="0"/>
              <a:t> på i jeres kursus.</a:t>
            </a:r>
          </a:p>
          <a:p>
            <a:endParaRPr lang="da-DK" b="1" dirty="0"/>
          </a:p>
          <a:p>
            <a:r>
              <a:rPr lang="da-DK" b="1" dirty="0"/>
              <a:t>3-2-1 backup-reglen</a:t>
            </a:r>
            <a:r>
              <a:rPr lang="da-DK" dirty="0"/>
              <a:t> er en klassisk tommelfingerregel for backup.</a:t>
            </a:r>
          </a:p>
          <a:p>
            <a:r>
              <a:rPr lang="da-DK" dirty="0"/>
              <a:t>Den betyder: </a:t>
            </a:r>
            <a:r>
              <a:rPr lang="da-DK" b="1" dirty="0"/>
              <a:t>3</a:t>
            </a:r>
            <a:r>
              <a:rPr lang="da-DK" dirty="0"/>
              <a:t> kopier af dine data i alt  - </a:t>
            </a:r>
            <a:r>
              <a:rPr lang="da-DK" b="1" dirty="0"/>
              <a:t>2</a:t>
            </a:r>
            <a:r>
              <a:rPr lang="da-DK" dirty="0"/>
              <a:t> forskellige medier eller </a:t>
            </a:r>
            <a:r>
              <a:rPr lang="da-DK"/>
              <a:t>lagringstyper  </a:t>
            </a:r>
          </a:p>
          <a:p>
            <a:r>
              <a:rPr lang="da-DK" b="1"/>
              <a:t>1</a:t>
            </a:r>
            <a:r>
              <a:rPr lang="da-DK"/>
              <a:t> </a:t>
            </a:r>
            <a:r>
              <a:rPr lang="da-DK" dirty="0"/>
              <a:t>kopi placeret </a:t>
            </a:r>
            <a:r>
              <a:rPr lang="da-DK" b="1" dirty="0" err="1"/>
              <a:t>off</a:t>
            </a:r>
            <a:r>
              <a:rPr lang="da-DK" b="1" dirty="0"/>
              <a:t>-site</a:t>
            </a:r>
            <a:r>
              <a:rPr lang="da-DK" dirty="0"/>
              <a:t> – altså et andet fysisk sted</a:t>
            </a:r>
          </a:p>
          <a:p>
            <a:endParaRPr lang="da-DK" dirty="0"/>
          </a:p>
          <a:p>
            <a:endParaRPr lang="da-DK" dirty="0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3BDE93-25E6-104A-85A4-3E10B1025A46}" type="slidenum">
              <a:rPr lang="en-DK" smtClean="0"/>
              <a:t>7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4226284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ugergu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Box 2">
            <a:extLst>
              <a:ext uri="{FF2B5EF4-FFF2-40B4-BE49-F238E27FC236}">
                <a16:creationId xmlns:a16="http://schemas.microsoft.com/office/drawing/2014/main" id="{76630AA7-05A7-4AB9-C85D-C9E186A56770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285750" y="1416050"/>
            <a:ext cx="2280360" cy="44165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144000" bIns="0" anchor="t" anchorCtr="0">
            <a:spAutoFit/>
          </a:bodyPr>
          <a:lstStyle>
            <a:defPPr>
              <a:defRPr lang="en-DK"/>
            </a:defPPr>
            <a:lvl1pPr marL="0" algn="l" defTabSz="914400" rtl="0" eaLnBrk="0" latinLnBrk="0" hangingPunct="0">
              <a:defRPr sz="18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1pPr>
            <a:lvl2pPr marL="742950" indent="-285750" algn="l" defTabSz="914400" rtl="0" eaLnBrk="0" latinLnBrk="0" hangingPunct="0">
              <a:defRPr sz="18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2pPr>
            <a:lvl3pPr marL="1143000" indent="-228600" algn="l" defTabSz="914400" rtl="0" eaLnBrk="0" latinLnBrk="0" hangingPunct="0">
              <a:defRPr sz="18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3pPr>
            <a:lvl4pPr marL="1600200" indent="-228600" algn="l" defTabSz="914400" rtl="0" eaLnBrk="0" latinLnBrk="0" hangingPunct="0">
              <a:defRPr sz="18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4pPr>
            <a:lvl5pPr marL="2057400" indent="-228600" algn="l" defTabSz="914400" rtl="0" eaLnBrk="0" latinLnBrk="0" hangingPunct="0">
              <a:defRPr sz="18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9pPr>
          </a:lstStyle>
          <a:p>
            <a:pPr eaLnBrk="1" hangingPunct="1">
              <a:spcAft>
                <a:spcPts val="600"/>
              </a:spcAft>
              <a:defRPr/>
            </a:pPr>
            <a:r>
              <a:rPr lang="da-DK" sz="900" b="1" noProof="1">
                <a:latin typeface="Arial" pitchFamily="34" charset="0"/>
                <a:cs typeface="Arial" pitchFamily="34" charset="0"/>
              </a:rPr>
              <a:t>Brug</a:t>
            </a:r>
            <a:r>
              <a:rPr lang="da-DK" sz="900" b="1" baseline="0" noProof="1">
                <a:latin typeface="Arial" pitchFamily="34" charset="0"/>
                <a:cs typeface="Arial" pitchFamily="34" charset="0"/>
              </a:rPr>
              <a:t> tekst typografier</a:t>
            </a:r>
            <a:endParaRPr lang="da-DK" sz="900" b="1" noProof="1">
              <a:latin typeface="Arial" pitchFamily="34" charset="0"/>
              <a:cs typeface="Arial" pitchFamily="34" charset="0"/>
            </a:endParaRPr>
          </a:p>
          <a:p>
            <a:pPr eaLnBrk="1" hangingPunct="1">
              <a:spcAft>
                <a:spcPts val="600"/>
              </a:spcAft>
              <a:defRPr/>
            </a:pPr>
            <a:r>
              <a:rPr lang="da-DK" altLang="da-DK" sz="900" b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Brug</a:t>
            </a:r>
            <a:r>
              <a:rPr lang="da-DK" altLang="da-DK" sz="900" b="1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TAB </a:t>
            </a:r>
            <a:r>
              <a:rPr lang="da-DK" altLang="da-DK" sz="900" b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for at gå frem i tekst-niveauer. Klik </a:t>
            </a:r>
            <a:r>
              <a:rPr lang="da-DK" altLang="da-DK" sz="900" b="1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ENTER</a:t>
            </a:r>
            <a:r>
              <a:rPr lang="da-DK" altLang="da-DK" sz="900" b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, derefter </a:t>
            </a:r>
            <a:r>
              <a:rPr lang="da-DK" altLang="da-DK" sz="900" b="1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TAB</a:t>
            </a:r>
            <a:r>
              <a:rPr lang="da-DK" altLang="da-DK" sz="900" b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for at skifte fra et niveau til et næste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da-DK" altLang="da-DK" sz="900" b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For at gå tilbage i tekst-niveauer, </a:t>
            </a:r>
            <a:br>
              <a:rPr lang="da-DK" altLang="da-DK" sz="900" b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</a:br>
            <a:r>
              <a:rPr lang="da-DK" altLang="da-DK" sz="900" b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brug </a:t>
            </a:r>
            <a:r>
              <a:rPr lang="da-DK" altLang="da-DK" sz="900" b="1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SHIFT+TAB</a:t>
            </a:r>
            <a:endParaRPr lang="da-DK" altLang="da-DK" sz="900" b="0" noProof="1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pPr eaLnBrk="1" hangingPunct="1">
              <a:spcAft>
                <a:spcPts val="600"/>
              </a:spcAft>
              <a:defRPr/>
            </a:pPr>
            <a:r>
              <a:rPr lang="da-DK" altLang="da-DK" sz="900" b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Alternativt kan </a:t>
            </a:r>
            <a:br>
              <a:rPr lang="da-DK" altLang="da-DK" sz="900" b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</a:br>
            <a:r>
              <a:rPr lang="da-DK" altLang="da-DK" sz="900" b="1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Forøg</a:t>
            </a:r>
            <a:r>
              <a:rPr lang="da-DK" altLang="da-DK" sz="900" b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og </a:t>
            </a:r>
            <a:r>
              <a:rPr lang="da-DK" altLang="da-DK" sz="900" b="1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Formindsk</a:t>
            </a:r>
            <a:r>
              <a:rPr lang="da-DK" altLang="da-DK" sz="900" b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listeniveau bruges</a:t>
            </a:r>
          </a:p>
          <a:p>
            <a:pPr eaLnBrk="1" hangingPunct="1">
              <a:spcAft>
                <a:spcPts val="600"/>
              </a:spcAft>
              <a:defRPr/>
            </a:pPr>
            <a:endParaRPr lang="da-DK" altLang="da-DK" sz="900" b="0" noProof="1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pPr eaLnBrk="1" hangingPunct="1">
              <a:spcAft>
                <a:spcPts val="600"/>
              </a:spcAft>
              <a:defRPr/>
            </a:pPr>
            <a:r>
              <a:rPr lang="da-DK" sz="900" b="1" noProof="1">
                <a:latin typeface="Arial" pitchFamily="34" charset="0"/>
                <a:cs typeface="Arial" pitchFamily="34" charset="0"/>
              </a:rPr>
              <a:t>TIP: Brug</a:t>
            </a:r>
            <a:r>
              <a:rPr lang="da-DK" sz="900" b="1" baseline="0" noProof="1">
                <a:latin typeface="Arial" pitchFamily="34" charset="0"/>
                <a:cs typeface="Arial" pitchFamily="34" charset="0"/>
              </a:rPr>
              <a:t> bullet knappen</a:t>
            </a:r>
            <a:endParaRPr lang="da-DK" sz="900" b="1" noProof="1">
              <a:latin typeface="Arial" pitchFamily="34" charset="0"/>
              <a:cs typeface="Arial" pitchFamily="34" charset="0"/>
            </a:endParaRPr>
          </a:p>
          <a:p>
            <a:pPr eaLnBrk="1" hangingPunct="1">
              <a:spcAft>
                <a:spcPts val="600"/>
              </a:spcAft>
              <a:defRPr/>
            </a:pPr>
            <a:r>
              <a:rPr lang="da-DK" altLang="da-DK" sz="900" b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Fjern bullet for almindelig tekst.</a:t>
            </a:r>
            <a:br>
              <a:rPr lang="da-DK" altLang="da-DK" sz="900" b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</a:br>
            <a:r>
              <a:rPr lang="da-DK" altLang="da-DK" sz="900" b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Klik på bullet knappen for at sætte korrekt bullet på igen.</a:t>
            </a:r>
          </a:p>
          <a:p>
            <a:pPr eaLnBrk="1" hangingPunct="1">
              <a:spcBef>
                <a:spcPts val="1200"/>
              </a:spcBef>
              <a:spcAft>
                <a:spcPts val="600"/>
              </a:spcAft>
              <a:defRPr/>
            </a:pPr>
            <a:r>
              <a:rPr lang="da-DK" sz="900" b="1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Indsæt nyt slide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da-DK" altLang="da-DK" sz="900" b="1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1. </a:t>
            </a:r>
            <a:r>
              <a:rPr lang="da-DK" altLang="da-DK" sz="900" b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Klik på fanen </a:t>
            </a:r>
            <a:r>
              <a:rPr lang="da-DK" altLang="da-DK" sz="900" b="1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Hjem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da-DK" altLang="da-DK" sz="900" b="1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2. </a:t>
            </a:r>
            <a:r>
              <a:rPr lang="da-DK" altLang="da-DK" sz="900" b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Klik på menupunktet </a:t>
            </a:r>
            <a:r>
              <a:rPr lang="da-DK" altLang="da-DK" sz="900" b="1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Nyt Slide </a:t>
            </a:r>
            <a:r>
              <a:rPr lang="da-DK" altLang="da-DK" sz="900" b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for </a:t>
            </a:r>
            <a:br>
              <a:rPr lang="da-DK" altLang="da-DK" sz="900" b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</a:br>
            <a:r>
              <a:rPr lang="da-DK" altLang="da-DK" sz="900" b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at indsætte et</a:t>
            </a:r>
            <a:r>
              <a:rPr lang="da-DK" altLang="da-DK" sz="900" b="0" baseline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da-DK" altLang="da-DK" sz="900" b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nyt slide</a:t>
            </a:r>
          </a:p>
          <a:p>
            <a:pPr eaLnBrk="1" hangingPunct="1">
              <a:spcBef>
                <a:spcPts val="1200"/>
              </a:spcBef>
              <a:spcAft>
                <a:spcPts val="600"/>
              </a:spcAft>
              <a:defRPr/>
            </a:pPr>
            <a:r>
              <a:rPr lang="da-DK" sz="900" b="1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Ændre slide layouts</a:t>
            </a:r>
            <a:endParaRPr lang="da-DK" altLang="da-DK" sz="900" b="0" noProof="1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pPr eaLnBrk="1" hangingPunct="1">
              <a:spcAft>
                <a:spcPts val="600"/>
              </a:spcAft>
              <a:defRPr/>
            </a:pPr>
            <a:r>
              <a:rPr lang="da-DK" altLang="da-DK" sz="900" b="1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1. </a:t>
            </a:r>
            <a:r>
              <a:rPr lang="da-DK" altLang="da-DK" sz="900" b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Klik på pilen</a:t>
            </a:r>
            <a:r>
              <a:rPr lang="da-DK" altLang="da-DK" sz="900" b="0" baseline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ved siden af </a:t>
            </a:r>
            <a:r>
              <a:rPr lang="da-DK" altLang="da-DK" sz="900" b="1" baseline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Layout</a:t>
            </a:r>
            <a:r>
              <a:rPr lang="da-DK" altLang="da-DK" sz="900" b="0" baseline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</a:t>
            </a:r>
            <a:br>
              <a:rPr lang="da-DK" altLang="da-DK" sz="900" b="0" baseline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</a:br>
            <a:r>
              <a:rPr lang="da-DK" altLang="da-DK" sz="900" b="0" baseline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for at få vist en dropdown menu af </a:t>
            </a:r>
            <a:br>
              <a:rPr lang="da-DK" altLang="da-DK" sz="900" b="0" baseline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</a:br>
            <a:r>
              <a:rPr lang="da-DK" altLang="da-DK" sz="900" b="0" baseline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mulige slides layout</a:t>
            </a:r>
            <a:endParaRPr lang="da-DK" altLang="da-DK" sz="900" b="0" noProof="1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pPr eaLnBrk="1" hangingPunct="1">
              <a:spcAft>
                <a:spcPts val="600"/>
              </a:spcAft>
              <a:defRPr/>
            </a:pPr>
            <a:r>
              <a:rPr lang="da-DK" altLang="da-DK" sz="900" b="1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2. </a:t>
            </a:r>
            <a:r>
              <a:rPr lang="da-DK" altLang="da-DK" sz="900" b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Vælg </a:t>
            </a:r>
            <a:r>
              <a:rPr lang="da-DK" altLang="da-DK" sz="900" b="1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Layout</a:t>
            </a:r>
            <a:r>
              <a:rPr lang="da-DK" altLang="da-DK" sz="900" b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for at ændre dit </a:t>
            </a:r>
            <a:br>
              <a:rPr lang="da-DK" altLang="da-DK" sz="900" b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</a:br>
            <a:r>
              <a:rPr lang="da-DK" altLang="da-DK" sz="900" b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nuværende layout til et alternativt</a:t>
            </a:r>
          </a:p>
        </p:txBody>
      </p:sp>
      <p:pic>
        <p:nvPicPr>
          <p:cNvPr id="8" name="1 Forøg formindsk">
            <a:extLst>
              <a:ext uri="{FF2B5EF4-FFF2-40B4-BE49-F238E27FC236}">
                <a16:creationId xmlns:a16="http://schemas.microsoft.com/office/drawing/2014/main" id="{AC142B4A-AB40-864C-59F5-D0C3F3A5DDD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446547" y="2531466"/>
            <a:ext cx="549328" cy="285228"/>
          </a:xfrm>
          <a:prstGeom prst="rect">
            <a:avLst/>
          </a:prstGeom>
        </p:spPr>
      </p:pic>
      <p:pic>
        <p:nvPicPr>
          <p:cNvPr id="9" name="2 Ny slide">
            <a:extLst>
              <a:ext uri="{FF2B5EF4-FFF2-40B4-BE49-F238E27FC236}">
                <a16:creationId xmlns:a16="http://schemas.microsoft.com/office/drawing/2014/main" id="{2EFC9A24-5716-57C3-BBE6-79A2D456A38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2931" r="60888"/>
          <a:stretch>
            <a:fillRect/>
          </a:stretch>
        </p:blipFill>
        <p:spPr>
          <a:xfrm>
            <a:off x="2460466" y="4104614"/>
            <a:ext cx="363713" cy="647461"/>
          </a:xfrm>
          <a:prstGeom prst="rect">
            <a:avLst/>
          </a:prstGeom>
        </p:spPr>
      </p:pic>
      <p:pic>
        <p:nvPicPr>
          <p:cNvPr id="10" name="3 Layout">
            <a:extLst>
              <a:ext uri="{FF2B5EF4-FFF2-40B4-BE49-F238E27FC236}">
                <a16:creationId xmlns:a16="http://schemas.microsoft.com/office/drawing/2014/main" id="{EB7DB078-88C5-F96C-D6E4-8A1AE116868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36944" r="2272" b="69429"/>
          <a:stretch>
            <a:fillRect/>
          </a:stretch>
        </p:blipFill>
        <p:spPr>
          <a:xfrm>
            <a:off x="2475931" y="4980245"/>
            <a:ext cx="593368" cy="192211"/>
          </a:xfrm>
          <a:prstGeom prst="rect">
            <a:avLst/>
          </a:prstGeom>
        </p:spPr>
      </p:pic>
      <p:pic>
        <p:nvPicPr>
          <p:cNvPr id="11" name="4 Nulstil">
            <a:extLst>
              <a:ext uri="{FF2B5EF4-FFF2-40B4-BE49-F238E27FC236}">
                <a16:creationId xmlns:a16="http://schemas.microsoft.com/office/drawing/2014/main" id="{B308E9D0-99A1-CDAA-DB4F-1638BD4C30B4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6981362" y="4554277"/>
            <a:ext cx="547241" cy="197798"/>
          </a:xfrm>
          <a:prstGeom prst="rect">
            <a:avLst/>
          </a:prstGeom>
        </p:spPr>
      </p:pic>
      <p:sp>
        <p:nvSpPr>
          <p:cNvPr id="12" name="Text Box 3">
            <a:extLst>
              <a:ext uri="{FF2B5EF4-FFF2-40B4-BE49-F238E27FC236}">
                <a16:creationId xmlns:a16="http://schemas.microsoft.com/office/drawing/2014/main" id="{E309E068-1293-1660-1004-30EEF761F2FF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194529" y="1416050"/>
            <a:ext cx="2786833" cy="40164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144000" bIns="0" anchor="t" anchorCtr="0">
            <a:spAutoFit/>
          </a:bodyPr>
          <a:lstStyle>
            <a:defPPr>
              <a:defRPr lang="en-DK"/>
            </a:defPPr>
            <a:lvl1pPr marL="0" algn="l" defTabSz="914400" rtl="0" eaLnBrk="0" latinLnBrk="0" hangingPunct="0">
              <a:defRPr sz="18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1pPr>
            <a:lvl2pPr marL="742950" indent="-285750" algn="l" defTabSz="914400" rtl="0" eaLnBrk="0" latinLnBrk="0" hangingPunct="0">
              <a:defRPr sz="18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2pPr>
            <a:lvl3pPr marL="1143000" indent="-228600" algn="l" defTabSz="914400" rtl="0" eaLnBrk="0" latinLnBrk="0" hangingPunct="0">
              <a:defRPr sz="18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3pPr>
            <a:lvl4pPr marL="1600200" indent="-228600" algn="l" defTabSz="914400" rtl="0" eaLnBrk="0" latinLnBrk="0" hangingPunct="0">
              <a:defRPr sz="18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4pPr>
            <a:lvl5pPr marL="2057400" indent="-228600" algn="l" defTabSz="914400" rtl="0" eaLnBrk="0" latinLnBrk="0" hangingPunct="0">
              <a:defRPr sz="18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9pPr>
          </a:lstStyle>
          <a:p>
            <a:pPr eaLnBrk="1" hangingPunct="1">
              <a:spcBef>
                <a:spcPts val="1200"/>
              </a:spcBef>
              <a:spcAft>
                <a:spcPts val="600"/>
              </a:spcAft>
              <a:defRPr/>
            </a:pPr>
            <a:r>
              <a:rPr lang="da-DK" sz="900" b="1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A. Indsæt firma billede</a:t>
            </a:r>
            <a:endParaRPr lang="da-DK" altLang="da-DK" sz="900" b="0" noProof="1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r>
              <a:rPr lang="da-DK" altLang="da-DK" sz="900" b="1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1. </a:t>
            </a:r>
            <a:r>
              <a:rPr lang="da-DK" altLang="da-DK" sz="900" b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Klik på den blå </a:t>
            </a:r>
            <a:r>
              <a:rPr lang="da-DK" altLang="da-DK" sz="900" b="1" baseline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Templafy</a:t>
            </a:r>
            <a:r>
              <a:rPr lang="da-DK" altLang="da-DK" sz="900" b="0" baseline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-knap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r>
              <a:rPr lang="da-DK" altLang="da-DK" sz="900" b="1" baseline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2. </a:t>
            </a:r>
            <a:r>
              <a:rPr lang="da-DK" altLang="da-DK" sz="900" b="0" baseline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I drop ned menuen, vælg </a:t>
            </a:r>
            <a:r>
              <a:rPr lang="da-DK" altLang="da-DK" sz="900" b="1" baseline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Images</a:t>
            </a:r>
            <a:r>
              <a:rPr lang="da-DK" altLang="da-DK" sz="900" b="0" baseline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, </a:t>
            </a:r>
            <a:br>
              <a:rPr lang="da-DK" altLang="da-DK" sz="900" b="0" baseline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</a:br>
            <a:r>
              <a:rPr lang="da-DK" altLang="da-DK" sz="900" b="0" baseline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eller klik på </a:t>
            </a:r>
            <a:r>
              <a:rPr lang="da-DK" altLang="da-DK" sz="900" b="1" baseline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Images</a:t>
            </a:r>
            <a:r>
              <a:rPr lang="da-DK" altLang="da-DK" sz="900" b="0" i="0" baseline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-knappen</a:t>
            </a:r>
            <a:r>
              <a:rPr lang="da-DK" altLang="da-DK" sz="900" b="0" baseline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i Templafy vinduet i højre side af skærmen</a:t>
            </a:r>
            <a:endParaRPr lang="da-DK" altLang="da-DK" sz="900" noProof="1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pPr eaLnBrk="1" hangingPunct="1">
              <a:spcBef>
                <a:spcPts val="1200"/>
              </a:spcBef>
              <a:spcAft>
                <a:spcPts val="600"/>
              </a:spcAft>
              <a:defRPr/>
            </a:pPr>
            <a:r>
              <a:rPr lang="da-DK" altLang="da-DK" sz="900" b="1" baseline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B. Browse efter andre billeder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da-DK" altLang="da-DK" sz="900" b="1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1. </a:t>
            </a:r>
            <a:r>
              <a:rPr lang="da-DK" altLang="da-DK" sz="900" b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Klik</a:t>
            </a:r>
            <a:r>
              <a:rPr lang="da-DK" altLang="da-DK" sz="900" b="0" baseline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på </a:t>
            </a:r>
            <a:r>
              <a:rPr lang="da-DK" altLang="da-DK" sz="900" b="1" baseline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Image Tools-</a:t>
            </a:r>
            <a:r>
              <a:rPr lang="da-DK" altLang="da-DK" sz="900" b="0" baseline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knappen</a:t>
            </a:r>
            <a:br>
              <a:rPr lang="da-DK" altLang="da-DK" sz="900" b="0" baseline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</a:br>
            <a:r>
              <a:rPr lang="da-DK" altLang="da-DK" sz="900" b="0" baseline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som findes under firma fanen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da-DK" altLang="da-DK" sz="900" b="1" baseline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2. </a:t>
            </a:r>
            <a:r>
              <a:rPr lang="da-DK" altLang="da-DK" sz="900" b="0" baseline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Klik på </a:t>
            </a:r>
            <a:r>
              <a:rPr lang="da-DK" altLang="da-DK" sz="900" b="1" baseline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Indsæt</a:t>
            </a:r>
            <a:r>
              <a:rPr lang="da-DK" altLang="da-DK" sz="900" b="0" baseline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for at browse </a:t>
            </a:r>
            <a:br>
              <a:rPr lang="da-DK" altLang="da-DK" sz="900" b="0" baseline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</a:br>
            <a:r>
              <a:rPr lang="da-DK" altLang="da-DK" sz="900" b="0" baseline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efter et billede</a:t>
            </a:r>
            <a:endParaRPr lang="da-DK" altLang="da-DK" sz="900" noProof="1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pPr eaLnBrk="1" hangingPunct="1">
              <a:spcBef>
                <a:spcPts val="1200"/>
              </a:spcBef>
              <a:spcAft>
                <a:spcPts val="600"/>
              </a:spcAft>
              <a:defRPr/>
            </a:pPr>
            <a:r>
              <a:rPr lang="da-DK" sz="900" b="1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Hjælpelinjer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da-DK" altLang="da-DK" sz="900" b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For at se hjælpelinjer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da-DK" altLang="da-DK" sz="900" b="1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1. </a:t>
            </a:r>
            <a:r>
              <a:rPr lang="da-DK" altLang="da-DK" sz="900" b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Klik på fanen </a:t>
            </a:r>
            <a:r>
              <a:rPr lang="da-DK" altLang="da-DK" sz="900" b="1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Vis </a:t>
            </a:r>
            <a:r>
              <a:rPr lang="da-DK" altLang="da-DK" sz="900" b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og sæt hak ved </a:t>
            </a:r>
            <a:r>
              <a:rPr lang="da-DK" altLang="da-DK" sz="900" b="1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Hjælpelinjer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da-DK" altLang="da-DK" sz="900" b="1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TIP: Alt + F9 </a:t>
            </a:r>
            <a:r>
              <a:rPr lang="da-DK" altLang="da-DK" sz="900" b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for hurtig visning af hjælpelinjer</a:t>
            </a:r>
          </a:p>
          <a:p>
            <a:pPr fontAlgn="auto">
              <a:spcBef>
                <a:spcPts val="1200"/>
              </a:spcBef>
              <a:spcAft>
                <a:spcPts val="600"/>
              </a:spcAft>
              <a:buFont typeface="+mj-lt"/>
              <a:buNone/>
              <a:defRPr/>
            </a:pPr>
            <a:r>
              <a:rPr lang="da-DK" sz="900" b="1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Nulstil slide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+mj-lt"/>
              <a:buNone/>
              <a:defRPr/>
            </a:pPr>
            <a:r>
              <a:rPr lang="da-DK" altLang="da-DK" sz="900" b="1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1. </a:t>
            </a:r>
            <a:r>
              <a:rPr lang="da-DK" altLang="da-DK" sz="900" b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Klik på fanen </a:t>
            </a:r>
            <a:r>
              <a:rPr lang="da-DK" altLang="da-DK" sz="900" b="1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Hjem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+mj-lt"/>
              <a:buNone/>
              <a:defRPr/>
            </a:pPr>
            <a:r>
              <a:rPr lang="da-DK" altLang="da-DK" sz="900" b="1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2. </a:t>
            </a:r>
            <a:r>
              <a:rPr lang="da-DK" altLang="da-DK" sz="900" b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Vælg </a:t>
            </a:r>
            <a:r>
              <a:rPr lang="da-DK" altLang="da-DK" sz="900" b="1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Nulstil</a:t>
            </a:r>
            <a:r>
              <a:rPr lang="da-DK" altLang="da-DK" sz="900" b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for at nulstille placering, størrelse og formatering af pladsholdere til layoutets oprindelige design</a:t>
            </a:r>
            <a:endParaRPr lang="da-DK" altLang="da-DK" sz="900" b="1" noProof="1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13" name="Gruppe 18">
            <a:extLst>
              <a:ext uri="{FF2B5EF4-FFF2-40B4-BE49-F238E27FC236}">
                <a16:creationId xmlns:a16="http://schemas.microsoft.com/office/drawing/2014/main" id="{15537857-1504-D088-B3A5-A9966445452F}"/>
              </a:ext>
            </a:extLst>
          </p:cNvPr>
          <p:cNvGrpSpPr/>
          <p:nvPr userDrawn="1"/>
        </p:nvGrpSpPr>
        <p:grpSpPr>
          <a:xfrm>
            <a:off x="6981362" y="1440585"/>
            <a:ext cx="676669" cy="997704"/>
            <a:chOff x="6442771" y="2574072"/>
            <a:chExt cx="676669" cy="997704"/>
          </a:xfrm>
        </p:grpSpPr>
        <p:pic>
          <p:nvPicPr>
            <p:cNvPr id="14" name="Billede 19">
              <a:extLst>
                <a:ext uri="{FF2B5EF4-FFF2-40B4-BE49-F238E27FC236}">
                  <a16:creationId xmlns:a16="http://schemas.microsoft.com/office/drawing/2014/main" id="{07541342-6E33-661B-02EE-7BD523569C2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442771" y="2574072"/>
              <a:ext cx="305786" cy="365851"/>
            </a:xfrm>
            <a:prstGeom prst="rect">
              <a:avLst/>
            </a:prstGeom>
          </p:spPr>
        </p:pic>
        <p:pic>
          <p:nvPicPr>
            <p:cNvPr id="15" name="Billede 20">
              <a:extLst>
                <a:ext uri="{FF2B5EF4-FFF2-40B4-BE49-F238E27FC236}">
                  <a16:creationId xmlns:a16="http://schemas.microsoft.com/office/drawing/2014/main" id="{C9AD1F3D-E431-FDBD-EBF2-20B0BC300E7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1432" t="16308" r="2422" b="1509"/>
            <a:stretch>
              <a:fillRect/>
            </a:stretch>
          </p:blipFill>
          <p:spPr>
            <a:xfrm>
              <a:off x="6444587" y="2943287"/>
              <a:ext cx="674853" cy="628489"/>
            </a:xfrm>
            <a:prstGeom prst="rect">
              <a:avLst/>
            </a:prstGeom>
            <a:ln w="3175">
              <a:solidFill>
                <a:schemeClr val="bg1">
                  <a:lumMod val="95000"/>
                </a:schemeClr>
              </a:solidFill>
            </a:ln>
          </p:spPr>
        </p:pic>
      </p:grpSp>
      <p:sp>
        <p:nvSpPr>
          <p:cNvPr id="16" name="Text Box 3">
            <a:extLst>
              <a:ext uri="{FF2B5EF4-FFF2-40B4-BE49-F238E27FC236}">
                <a16:creationId xmlns:a16="http://schemas.microsoft.com/office/drawing/2014/main" id="{76E6BFAC-F81D-6A21-3ED5-E352126E2966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8452583" y="1416050"/>
            <a:ext cx="2566254" cy="44012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144000" bIns="0" anchor="t" anchorCtr="0">
            <a:spAutoFit/>
          </a:bodyPr>
          <a:lstStyle>
            <a:defPPr>
              <a:defRPr lang="en-DK"/>
            </a:defPPr>
            <a:lvl1pPr marL="0" algn="l" defTabSz="914400" rtl="0" eaLnBrk="0" latinLnBrk="0" hangingPunct="0">
              <a:defRPr sz="18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1pPr>
            <a:lvl2pPr marL="742950" indent="-285750" algn="l" defTabSz="914400" rtl="0" eaLnBrk="0" latinLnBrk="0" hangingPunct="0">
              <a:defRPr sz="18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2pPr>
            <a:lvl3pPr marL="1143000" indent="-228600" algn="l" defTabSz="914400" rtl="0" eaLnBrk="0" latinLnBrk="0" hangingPunct="0">
              <a:defRPr sz="18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3pPr>
            <a:lvl4pPr marL="1600200" indent="-228600" algn="l" defTabSz="914400" rtl="0" eaLnBrk="0" latinLnBrk="0" hangingPunct="0">
              <a:defRPr sz="18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4pPr>
            <a:lvl5pPr marL="2057400" indent="-228600" algn="l" defTabSz="914400" rtl="0" eaLnBrk="0" latinLnBrk="0" hangingPunct="0">
              <a:defRPr sz="18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9pPr>
          </a:lstStyle>
          <a:p>
            <a:pPr eaLnBrk="1" hangingPunct="1">
              <a:spcAft>
                <a:spcPts val="600"/>
              </a:spcAft>
              <a:defRPr/>
            </a:pPr>
            <a:r>
              <a:rPr lang="da-DK" sz="900" b="1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Indsæt billede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da-DK" altLang="da-DK" sz="900" b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På slides med billedpladsholder eller hvilken som helst anden pladsholder, klik på pladsholderens kant.</a:t>
            </a:r>
            <a:br>
              <a:rPr lang="da-DK" altLang="da-DK" sz="900" b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</a:br>
            <a:r>
              <a:rPr lang="da-DK" altLang="da-DK" sz="900" b="1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TIP: </a:t>
            </a:r>
            <a:r>
              <a:rPr lang="da-DK" altLang="da-DK" sz="900" b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Hold Shift nede og klik på pladsholderen</a:t>
            </a:r>
            <a:endParaRPr lang="da-DK" altLang="da-DK" sz="900" noProof="1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pPr eaLnBrk="1" hangingPunct="1">
              <a:spcBef>
                <a:spcPts val="1200"/>
              </a:spcBef>
              <a:spcAft>
                <a:spcPts val="600"/>
              </a:spcAft>
              <a:defRPr/>
            </a:pPr>
            <a:r>
              <a:rPr lang="da-DK" sz="900" b="1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Beskær billede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da-DK" altLang="da-DK" sz="900" b="1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1. </a:t>
            </a:r>
            <a:r>
              <a:rPr lang="da-DK" altLang="da-DK" sz="900" b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Klik </a:t>
            </a:r>
            <a:r>
              <a:rPr lang="da-DK" altLang="da-DK" sz="900" b="1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Beskær</a:t>
            </a:r>
            <a:r>
              <a:rPr lang="da-DK" altLang="da-DK" sz="900" b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for at ændre </a:t>
            </a:r>
            <a:br>
              <a:rPr lang="da-DK" altLang="da-DK" sz="900" b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</a:br>
            <a:r>
              <a:rPr lang="da-DK" altLang="da-DK" sz="900" b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billedets fokus/størrelse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da-DK" altLang="da-DK" sz="900" b="1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2. </a:t>
            </a:r>
            <a:r>
              <a:rPr lang="da-DK" altLang="da-DK" sz="900" b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Ønsker du at skalere billedet, så </a:t>
            </a:r>
            <a:br>
              <a:rPr lang="da-DK" altLang="da-DK" sz="900" b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</a:br>
            <a:r>
              <a:rPr lang="da-DK" altLang="da-DK" sz="900" b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hold </a:t>
            </a:r>
            <a:r>
              <a:rPr lang="da-DK" altLang="da-DK" sz="900" b="1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SHIFT</a:t>
            </a:r>
            <a:r>
              <a:rPr lang="da-DK" altLang="da-DK" sz="900" b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-knappen nede, mens </a:t>
            </a:r>
            <a:br>
              <a:rPr lang="da-DK" altLang="da-DK" sz="900" b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</a:br>
            <a:r>
              <a:rPr lang="da-DK" altLang="da-DK" sz="900" b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du trækker i billedets hjørner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da-DK" altLang="da-DK" sz="900" b="1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TIP: </a:t>
            </a:r>
            <a:r>
              <a:rPr lang="da-DK" altLang="da-DK" sz="900" b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Hvis du sletter billedet og indsætter </a:t>
            </a:r>
            <a:br>
              <a:rPr lang="da-DK" altLang="da-DK" sz="900" b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</a:br>
            <a:r>
              <a:rPr lang="da-DK" altLang="da-DK" sz="900" b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et nyt, kan billedet lægge sig foran tekst og grafik. Hvis dette sker, højreklik på billedet </a:t>
            </a:r>
            <a:br>
              <a:rPr lang="da-DK" altLang="da-DK" sz="900" b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</a:br>
            <a:r>
              <a:rPr lang="da-DK" altLang="da-DK" sz="900" b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og vælg </a:t>
            </a:r>
            <a:r>
              <a:rPr lang="da-DK" altLang="da-DK" sz="900" b="1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Placer bagest</a:t>
            </a:r>
          </a:p>
          <a:p>
            <a:pPr eaLnBrk="1" hangingPunct="1">
              <a:spcBef>
                <a:spcPts val="1200"/>
              </a:spcBef>
              <a:spcAft>
                <a:spcPts val="600"/>
              </a:spcAft>
              <a:defRPr/>
            </a:pPr>
            <a:r>
              <a:rPr lang="da-DK" sz="900" b="1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For at justere sidenummerering, </a:t>
            </a:r>
            <a:br>
              <a:rPr lang="da-DK" sz="900" b="1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</a:br>
            <a:r>
              <a:rPr lang="da-DK" sz="900" b="1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dato og sidefod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r>
              <a:rPr lang="da-DK" altLang="da-DK" sz="900" b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Gør dette som</a:t>
            </a:r>
            <a:r>
              <a:rPr lang="da-DK" altLang="da-DK" sz="900" b="0" baseline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det sidste i din præsentation, </a:t>
            </a:r>
            <a:br>
              <a:rPr lang="da-DK" altLang="da-DK" sz="900" b="0" baseline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</a:br>
            <a:r>
              <a:rPr lang="da-DK" altLang="da-DK" sz="900" b="0" baseline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så det slår igennem på alle slides</a:t>
            </a:r>
            <a:endParaRPr lang="da-DK" sz="900" b="1" noProof="1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pPr eaLnBrk="1" hangingPunct="1">
              <a:spcAft>
                <a:spcPts val="600"/>
              </a:spcAft>
              <a:defRPr/>
            </a:pPr>
            <a:r>
              <a:rPr lang="da-DK" altLang="da-DK" sz="900" b="1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1. </a:t>
            </a:r>
            <a:r>
              <a:rPr lang="da-DK" altLang="da-DK" sz="900" b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Klik på fanen </a:t>
            </a:r>
            <a:r>
              <a:rPr lang="da-DK" altLang="da-DK" sz="900" b="1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Indsæt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da-DK" altLang="da-DK" sz="900" b="1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2. </a:t>
            </a:r>
            <a:r>
              <a:rPr lang="da-DK" altLang="da-DK" sz="900" b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Klik </a:t>
            </a:r>
            <a:r>
              <a:rPr lang="da-DK" altLang="da-DK" sz="900" b="1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Sidehoved og Sidefod</a:t>
            </a:r>
            <a:br>
              <a:rPr lang="da-DK" altLang="da-DK" sz="900" b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</a:br>
            <a:r>
              <a:rPr lang="da-DK" altLang="da-DK" sz="900" b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(indtast evt. tekst i sidefod)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da-DK" altLang="da-DK" sz="900" b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Vælg </a:t>
            </a:r>
            <a:r>
              <a:rPr lang="da-DK" altLang="da-DK" sz="900" b="1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Anvend på alle </a:t>
            </a:r>
            <a:r>
              <a:rPr lang="da-DK" altLang="da-DK" sz="900" b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eller </a:t>
            </a:r>
            <a:r>
              <a:rPr lang="da-DK" altLang="da-DK" sz="900" b="1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Anvend</a:t>
            </a:r>
            <a:r>
              <a:rPr lang="da-DK" altLang="da-DK" sz="900" b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hvis det kun skal være på et enkelt slide</a:t>
            </a:r>
          </a:p>
        </p:txBody>
      </p:sp>
      <p:pic>
        <p:nvPicPr>
          <p:cNvPr id="17" name="6 Beskær">
            <a:extLst>
              <a:ext uri="{FF2B5EF4-FFF2-40B4-BE49-F238E27FC236}">
                <a16:creationId xmlns:a16="http://schemas.microsoft.com/office/drawing/2014/main" id="{496FCE3E-A34F-B3AD-2B09-A16EDAB3C1B2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10896525" y="1595200"/>
            <a:ext cx="337400" cy="321707"/>
          </a:xfrm>
          <a:prstGeom prst="rect">
            <a:avLst/>
          </a:prstGeom>
        </p:spPr>
      </p:pic>
      <p:pic>
        <p:nvPicPr>
          <p:cNvPr id="18" name="7 Skalér billede">
            <a:extLst>
              <a:ext uri="{FF2B5EF4-FFF2-40B4-BE49-F238E27FC236}">
                <a16:creationId xmlns:a16="http://schemas.microsoft.com/office/drawing/2014/main" id="{0B98F24F-7099-D768-58DC-CE24D4C6AFCD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10896525" y="2438289"/>
            <a:ext cx="359695" cy="335309"/>
          </a:xfrm>
          <a:prstGeom prst="rect">
            <a:avLst/>
          </a:prstGeom>
        </p:spPr>
      </p:pic>
      <p:sp>
        <p:nvSpPr>
          <p:cNvPr id="19" name="Fast overskrift">
            <a:extLst>
              <a:ext uri="{FF2B5EF4-FFF2-40B4-BE49-F238E27FC236}">
                <a16:creationId xmlns:a16="http://schemas.microsoft.com/office/drawing/2014/main" id="{1AB91BDE-3B1A-D1F9-299C-F9FBC6CB1612}"/>
              </a:ext>
            </a:extLst>
          </p:cNvPr>
          <p:cNvSpPr txBox="1"/>
          <p:nvPr userDrawn="1"/>
        </p:nvSpPr>
        <p:spPr>
          <a:xfrm>
            <a:off x="285750" y="341583"/>
            <a:ext cx="10752137" cy="490933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>
            <a:defPPr>
              <a:defRPr lang="en-DK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3000"/>
              </a:lnSpc>
            </a:pPr>
            <a:r>
              <a:rPr lang="da-DK" sz="3200" b="0" cap="none" baseline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Brugerguide - Slet før anvendelse</a:t>
            </a:r>
          </a:p>
        </p:txBody>
      </p:sp>
    </p:spTree>
    <p:extLst>
      <p:ext uri="{BB962C8B-B14F-4D97-AF65-F5344CB8AC3E}">
        <p14:creationId xmlns:p14="http://schemas.microsoft.com/office/powerpoint/2010/main" val="231791022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killeside - Citat - Sor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848025CF-EE5F-5D76-00DD-B0636186E6A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471025" y="4049713"/>
            <a:ext cx="2400300" cy="1779587"/>
          </a:xfrm>
          <a:prstGeom prst="rect">
            <a:avLst/>
          </a:prstGeom>
        </p:spPr>
        <p:txBody>
          <a:bodyPr/>
          <a:lstStyle/>
          <a:p>
            <a:endParaRPr lang="en-DK"/>
          </a:p>
        </p:txBody>
      </p:sp>
      <p:sp>
        <p:nvSpPr>
          <p:cNvPr id="2" name="Background">
            <a:extLst>
              <a:ext uri="{FF2B5EF4-FFF2-40B4-BE49-F238E27FC236}">
                <a16:creationId xmlns:a16="http://schemas.microsoft.com/office/drawing/2014/main" id="{F0A47828-7C35-9174-0431-B59D1C5303BE}"/>
              </a:ext>
            </a:extLst>
          </p:cNvPr>
          <p:cNvSpPr/>
          <p:nvPr userDrawn="1"/>
        </p:nvSpPr>
        <p:spPr>
          <a:xfrm flipV="1">
            <a:off x="0" y="6210000"/>
            <a:ext cx="12193200" cy="648000"/>
          </a:xfrm>
          <a:prstGeom prst="rect">
            <a:avLst/>
          </a:prstGeom>
          <a:solidFill>
            <a:srgbClr val="FFF38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DK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da-DK" sz="2000" noProof="0" err="1">
              <a:solidFill>
                <a:srgbClr val="FFF387"/>
              </a:solidFill>
            </a:endParaRPr>
          </a:p>
        </p:txBody>
      </p:sp>
      <p:pic>
        <p:nvPicPr>
          <p:cNvPr id="3" name="image" descr="{&quot;templafy&quot;:{&quot;id&quot;:&quot;3551f1e9-9069-42f6-85aa-b3ac8f9b2e31&quot;}}">
            <a:extLst>
              <a:ext uri="{FF2B5EF4-FFF2-40B4-BE49-F238E27FC236}">
                <a16:creationId xmlns:a16="http://schemas.microsoft.com/office/drawing/2014/main" id="{E562BDA6-2912-9C70-9A9B-95EB1388099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85358" y="6419983"/>
            <a:ext cx="873615" cy="194400"/>
          </a:xfrm>
          <a:prstGeom prst="rect">
            <a:avLst/>
          </a:prstGeom>
        </p:spPr>
      </p:pic>
      <p:pic>
        <p:nvPicPr>
          <p:cNvPr id="4" name="image" descr="{&quot;templafy&quot;:{&quot;id&quot;:&quot;eaa95143-2fdd-4bd0-abc1-3b2c2af60b1c&quot;}}">
            <a:extLst>
              <a:ext uri="{FF2B5EF4-FFF2-40B4-BE49-F238E27FC236}">
                <a16:creationId xmlns:a16="http://schemas.microsoft.com/office/drawing/2014/main" id="{4F054845-8B11-785D-6430-552D4D11BC9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06365" y="6210000"/>
            <a:ext cx="4521394" cy="486000"/>
          </a:xfrm>
          <a:prstGeom prst="rect">
            <a:avLst/>
          </a:prstGeom>
        </p:spPr>
      </p:pic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B0F58D61-499A-C58D-16C6-1589176463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000" y="342142"/>
            <a:ext cx="6103175" cy="2376906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8800">
                <a:solidFill>
                  <a:srgbClr val="FFF387"/>
                </a:solidFill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03932585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killeslide - G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>
            <a:extLst>
              <a:ext uri="{FF2B5EF4-FFF2-40B4-BE49-F238E27FC236}">
                <a16:creationId xmlns:a16="http://schemas.microsoft.com/office/drawing/2014/main" id="{FD2C1B6A-2F92-8CE5-91EF-0B7B40FB9EBD}"/>
              </a:ext>
            </a:extLst>
          </p:cNvPr>
          <p:cNvSpPr/>
          <p:nvPr userDrawn="1"/>
        </p:nvSpPr>
        <p:spPr>
          <a:xfrm>
            <a:off x="0" y="0"/>
            <a:ext cx="12193200" cy="6210000"/>
          </a:xfrm>
          <a:prstGeom prst="rect">
            <a:avLst/>
          </a:prstGeom>
          <a:solidFill>
            <a:srgbClr val="FFF38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DK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da-DK" sz="2000" noProof="0" err="1">
              <a:solidFill>
                <a:schemeClr val="tx1"/>
              </a:solidFill>
            </a:endParaRPr>
          </a:p>
        </p:txBody>
      </p:sp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F518B170-0564-DA2A-F35D-7A65527DC8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66919" y="3833094"/>
            <a:ext cx="6581628" cy="2376906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5400">
                <a:solidFill>
                  <a:schemeClr val="bg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en-GB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392C93EA-FFD1-40C9-77D8-FA4BD840411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4792663" cy="6210000"/>
          </a:xfrm>
          <a:prstGeom prst="rect">
            <a:avLst/>
          </a:prstGeom>
        </p:spPr>
        <p:txBody>
          <a:bodyPr/>
          <a:lstStyle>
            <a:lvl1pPr>
              <a:defRPr b="0"/>
            </a:lvl1pPr>
          </a:lstStyle>
          <a:p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257858806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killeslide - So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>
            <a:extLst>
              <a:ext uri="{FF2B5EF4-FFF2-40B4-BE49-F238E27FC236}">
                <a16:creationId xmlns:a16="http://schemas.microsoft.com/office/drawing/2014/main" id="{FD2C1B6A-2F92-8CE5-91EF-0B7B40FB9EBD}"/>
              </a:ext>
            </a:extLst>
          </p:cNvPr>
          <p:cNvSpPr/>
          <p:nvPr userDrawn="1"/>
        </p:nvSpPr>
        <p:spPr>
          <a:xfrm>
            <a:off x="0" y="0"/>
            <a:ext cx="12193200" cy="621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DK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da-DK" sz="2000" noProof="0" err="1">
              <a:solidFill>
                <a:schemeClr val="tx1"/>
              </a:solidFill>
            </a:endParaRPr>
          </a:p>
        </p:txBody>
      </p:sp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F518B170-0564-DA2A-F35D-7A65527DC8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6800" y="356766"/>
            <a:ext cx="5245782" cy="340169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5400">
                <a:solidFill>
                  <a:schemeClr val="accent4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en-GB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B51778AB-7C91-613C-52D9-E07DACB04B4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807869" y="0"/>
            <a:ext cx="6384131" cy="6210000"/>
          </a:xfrm>
          <a:prstGeom prst="rect">
            <a:avLst/>
          </a:prstGeom>
        </p:spPr>
        <p:txBody>
          <a:bodyPr/>
          <a:lstStyle>
            <a:lvl1pPr>
              <a:defRPr b="0"/>
            </a:lvl1pPr>
          </a:lstStyle>
          <a:p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364524347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killeslide - G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>
            <a:extLst>
              <a:ext uri="{FF2B5EF4-FFF2-40B4-BE49-F238E27FC236}">
                <a16:creationId xmlns:a16="http://schemas.microsoft.com/office/drawing/2014/main" id="{FD2C1B6A-2F92-8CE5-91EF-0B7B40FB9EBD}"/>
              </a:ext>
            </a:extLst>
          </p:cNvPr>
          <p:cNvSpPr/>
          <p:nvPr userDrawn="1"/>
        </p:nvSpPr>
        <p:spPr>
          <a:xfrm>
            <a:off x="0" y="0"/>
            <a:ext cx="12193200" cy="6210000"/>
          </a:xfrm>
          <a:prstGeom prst="rect">
            <a:avLst/>
          </a:prstGeom>
          <a:solidFill>
            <a:srgbClr val="FFF38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DK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da-DK" sz="2000" noProof="0" err="1">
              <a:solidFill>
                <a:schemeClr val="tx1"/>
              </a:solidFill>
            </a:endParaRPr>
          </a:p>
        </p:txBody>
      </p:sp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F518B170-0564-DA2A-F35D-7A65527DC8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008" y="249843"/>
            <a:ext cx="5130027" cy="4248266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5400">
                <a:solidFill>
                  <a:schemeClr val="bg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en-GB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392C93EA-FFD1-40C9-77D8-FA4BD840411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002982" y="0"/>
            <a:ext cx="2189018" cy="6210000"/>
          </a:xfrm>
          <a:prstGeom prst="rect">
            <a:avLst/>
          </a:prstGeom>
        </p:spPr>
        <p:txBody>
          <a:bodyPr/>
          <a:lstStyle>
            <a:lvl1pPr>
              <a:defRPr b="0"/>
            </a:lvl1pPr>
          </a:lstStyle>
          <a:p>
            <a:endParaRPr lang="en-DK"/>
          </a:p>
        </p:txBody>
      </p:sp>
      <p:sp>
        <p:nvSpPr>
          <p:cNvPr id="4" name="Picture Placeholder 4">
            <a:extLst>
              <a:ext uri="{FF2B5EF4-FFF2-40B4-BE49-F238E27FC236}">
                <a16:creationId xmlns:a16="http://schemas.microsoft.com/office/drawing/2014/main" id="{FBE7F7FD-8299-C42D-D6DB-7A90F62D59F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813964" y="0"/>
            <a:ext cx="2189018" cy="6210000"/>
          </a:xfrm>
          <a:prstGeom prst="rect">
            <a:avLst/>
          </a:prstGeom>
        </p:spPr>
        <p:txBody>
          <a:bodyPr/>
          <a:lstStyle>
            <a:lvl1pPr>
              <a:defRPr b="0"/>
            </a:lvl1pPr>
          </a:lstStyle>
          <a:p>
            <a:endParaRPr lang="en-DK"/>
          </a:p>
        </p:txBody>
      </p:sp>
      <p:sp>
        <p:nvSpPr>
          <p:cNvPr id="6" name="Picture Placeholder 4">
            <a:extLst>
              <a:ext uri="{FF2B5EF4-FFF2-40B4-BE49-F238E27FC236}">
                <a16:creationId xmlns:a16="http://schemas.microsoft.com/office/drawing/2014/main" id="{FEF5D36C-6781-65C6-BFA1-1B4281DC6A23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624945" y="0"/>
            <a:ext cx="2189018" cy="6210000"/>
          </a:xfrm>
          <a:prstGeom prst="rect">
            <a:avLst/>
          </a:prstGeom>
        </p:spPr>
        <p:txBody>
          <a:bodyPr/>
          <a:lstStyle>
            <a:lvl1pPr>
              <a:defRPr b="0"/>
            </a:lvl1pPr>
          </a:lstStyle>
          <a:p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205570554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killeside - Bille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793F4456-7313-B26F-E84A-B1325257C60B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1109" y="0"/>
            <a:ext cx="7092418" cy="6210300"/>
          </a:xfrm>
          <a:prstGeom prst="rect">
            <a:avLst/>
          </a:prstGeom>
        </p:spPr>
        <p:txBody>
          <a:bodyPr/>
          <a:lstStyle/>
          <a:p>
            <a:r>
              <a:rPr lang="en-DK"/>
              <a:t>Billede</a:t>
            </a:r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F646E794-F40A-3DE8-2972-AACD7BE5AAC1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7093527" y="0"/>
            <a:ext cx="5098474" cy="6210300"/>
          </a:xfrm>
          <a:prstGeom prst="rect">
            <a:avLst/>
          </a:prstGeom>
        </p:spPr>
        <p:txBody>
          <a:bodyPr/>
          <a:lstStyle/>
          <a:p>
            <a:r>
              <a:rPr lang="en-DK"/>
              <a:t>Billede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D4A11C1-399B-A96A-9EC6-AB558C36407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04367" y="3713018"/>
            <a:ext cx="5061960" cy="2125086"/>
          </a:xfrm>
          <a:prstGeom prst="rect">
            <a:avLst/>
          </a:prstGeom>
        </p:spPr>
        <p:txBody>
          <a:bodyPr/>
          <a:lstStyle>
            <a:lvl1pPr>
              <a:defRPr sz="3600">
                <a:solidFill>
                  <a:schemeClr val="bg1"/>
                </a:solidFill>
              </a:defRPr>
            </a:lvl1pPr>
            <a:lvl2pPr>
              <a:defRPr sz="3600"/>
            </a:lvl2pPr>
            <a:lvl3pPr>
              <a:defRPr sz="3600"/>
            </a:lvl3pPr>
            <a:lvl4pPr>
              <a:defRPr sz="3600"/>
            </a:lvl4pPr>
            <a:lvl5pPr>
              <a:defRPr sz="3600"/>
            </a:lvl5pPr>
          </a:lstStyle>
          <a:p>
            <a:pPr lvl="0"/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4160365701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dholdslide - Gul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>
            <a:extLst>
              <a:ext uri="{FF2B5EF4-FFF2-40B4-BE49-F238E27FC236}">
                <a16:creationId xmlns:a16="http://schemas.microsoft.com/office/drawing/2014/main" id="{FD2C1B6A-2F92-8CE5-91EF-0B7B40FB9EBD}"/>
              </a:ext>
            </a:extLst>
          </p:cNvPr>
          <p:cNvSpPr/>
          <p:nvPr userDrawn="1"/>
        </p:nvSpPr>
        <p:spPr>
          <a:xfrm>
            <a:off x="0" y="0"/>
            <a:ext cx="12193200" cy="6210000"/>
          </a:xfrm>
          <a:prstGeom prst="rect">
            <a:avLst/>
          </a:prstGeom>
          <a:solidFill>
            <a:srgbClr val="FFF38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DK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da-DK" sz="2000" noProof="0" err="1">
              <a:solidFill>
                <a:schemeClr val="tx1"/>
              </a:solidFill>
            </a:endParaRPr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7CC478F5-7C9A-805A-D443-D3951F274E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000" y="356766"/>
            <a:ext cx="11611900" cy="82664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3600"/>
            </a:lvl1pPr>
          </a:lstStyle>
          <a:p>
            <a:r>
              <a:rPr lang="da-DK" dirty="0"/>
              <a:t>Klik for at redigere i master</a:t>
            </a:r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C4A0E90-BC3F-9E93-4B9F-364191489F6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88000" y="1540172"/>
            <a:ext cx="10800000" cy="3841750"/>
          </a:xfrm>
          <a:prstGeom prst="rect">
            <a:avLst/>
          </a:prstGeom>
        </p:spPr>
        <p:txBody>
          <a:bodyPr numCol="2" spcCol="360000"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303856856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dholdslide - Hv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>
            <a:extLst>
              <a:ext uri="{FF2B5EF4-FFF2-40B4-BE49-F238E27FC236}">
                <a16:creationId xmlns:a16="http://schemas.microsoft.com/office/drawing/2014/main" id="{F0A47828-7C35-9174-0431-B59D1C5303BE}"/>
              </a:ext>
            </a:extLst>
          </p:cNvPr>
          <p:cNvSpPr/>
          <p:nvPr userDrawn="1"/>
        </p:nvSpPr>
        <p:spPr>
          <a:xfrm flipV="1">
            <a:off x="0" y="6210000"/>
            <a:ext cx="12193200" cy="648000"/>
          </a:xfrm>
          <a:prstGeom prst="rect">
            <a:avLst/>
          </a:prstGeom>
          <a:solidFill>
            <a:srgbClr val="FFF38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DK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da-DK" sz="2000" noProof="0" err="1">
              <a:solidFill>
                <a:srgbClr val="FFF387"/>
              </a:solidFill>
            </a:endParaRPr>
          </a:p>
        </p:txBody>
      </p:sp>
      <p:pic>
        <p:nvPicPr>
          <p:cNvPr id="3" name="image" descr="{&quot;templafy&quot;:{&quot;id&quot;:&quot;3551f1e9-9069-42f6-85aa-b3ac8f9b2e31&quot;}}">
            <a:extLst>
              <a:ext uri="{FF2B5EF4-FFF2-40B4-BE49-F238E27FC236}">
                <a16:creationId xmlns:a16="http://schemas.microsoft.com/office/drawing/2014/main" id="{E562BDA6-2912-9C70-9A9B-95EB1388099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85358" y="6419983"/>
            <a:ext cx="873615" cy="194400"/>
          </a:xfrm>
          <a:prstGeom prst="rect">
            <a:avLst/>
          </a:prstGeom>
        </p:spPr>
      </p:pic>
      <p:pic>
        <p:nvPicPr>
          <p:cNvPr id="4" name="image" descr="{&quot;templafy&quot;:{&quot;id&quot;:&quot;eaa95143-2fdd-4bd0-abc1-3b2c2af60b1c&quot;}}">
            <a:extLst>
              <a:ext uri="{FF2B5EF4-FFF2-40B4-BE49-F238E27FC236}">
                <a16:creationId xmlns:a16="http://schemas.microsoft.com/office/drawing/2014/main" id="{4F054845-8B11-785D-6430-552D4D11BC9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06365" y="6210000"/>
            <a:ext cx="4521394" cy="486000"/>
          </a:xfrm>
          <a:prstGeom prst="rect">
            <a:avLst/>
          </a:prstGeom>
        </p:spPr>
      </p:pic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B56CAE12-8627-1478-E924-3BAC190E15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000" y="356766"/>
            <a:ext cx="11611900" cy="82664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3600"/>
            </a:lvl1pPr>
          </a:lstStyle>
          <a:p>
            <a:r>
              <a:rPr lang="da-DK"/>
              <a:t>Klik for at redigere i master</a:t>
            </a:r>
            <a:endParaRPr lang="en-GB"/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41464DAD-00B5-F563-3E7C-12114E99649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88000" y="1540172"/>
            <a:ext cx="10800000" cy="3841750"/>
          </a:xfrm>
          <a:prstGeom prst="rect">
            <a:avLst/>
          </a:prstGeom>
        </p:spPr>
        <p:txBody>
          <a:bodyPr numCol="2" spcCol="360000"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785636628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dholdslide - Sor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>
            <a:extLst>
              <a:ext uri="{FF2B5EF4-FFF2-40B4-BE49-F238E27FC236}">
                <a16:creationId xmlns:a16="http://schemas.microsoft.com/office/drawing/2014/main" id="{F0A47828-7C35-9174-0431-B59D1C5303BE}"/>
              </a:ext>
            </a:extLst>
          </p:cNvPr>
          <p:cNvSpPr/>
          <p:nvPr userDrawn="1"/>
        </p:nvSpPr>
        <p:spPr>
          <a:xfrm flipV="1">
            <a:off x="0" y="6210000"/>
            <a:ext cx="12193200" cy="648000"/>
          </a:xfrm>
          <a:prstGeom prst="rect">
            <a:avLst/>
          </a:prstGeom>
          <a:solidFill>
            <a:srgbClr val="FFF38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DK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da-DK" sz="2000" noProof="0" err="1">
              <a:solidFill>
                <a:srgbClr val="FFF387"/>
              </a:solidFill>
            </a:endParaRPr>
          </a:p>
        </p:txBody>
      </p:sp>
      <p:pic>
        <p:nvPicPr>
          <p:cNvPr id="3" name="image" descr="{&quot;templafy&quot;:{&quot;id&quot;:&quot;3551f1e9-9069-42f6-85aa-b3ac8f9b2e31&quot;}}">
            <a:extLst>
              <a:ext uri="{FF2B5EF4-FFF2-40B4-BE49-F238E27FC236}">
                <a16:creationId xmlns:a16="http://schemas.microsoft.com/office/drawing/2014/main" id="{E562BDA6-2912-9C70-9A9B-95EB1388099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85358" y="6419983"/>
            <a:ext cx="873615" cy="194400"/>
          </a:xfrm>
          <a:prstGeom prst="rect">
            <a:avLst/>
          </a:prstGeom>
        </p:spPr>
      </p:pic>
      <p:pic>
        <p:nvPicPr>
          <p:cNvPr id="4" name="image" descr="{&quot;templafy&quot;:{&quot;id&quot;:&quot;eaa95143-2fdd-4bd0-abc1-3b2c2af60b1c&quot;}}">
            <a:extLst>
              <a:ext uri="{FF2B5EF4-FFF2-40B4-BE49-F238E27FC236}">
                <a16:creationId xmlns:a16="http://schemas.microsoft.com/office/drawing/2014/main" id="{4F054845-8B11-785D-6430-552D4D11BC9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06365" y="6210000"/>
            <a:ext cx="4521394" cy="486000"/>
          </a:xfrm>
          <a:prstGeom prst="rect">
            <a:avLst/>
          </a:prstGeom>
        </p:spPr>
      </p:pic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57905C24-2235-E40C-870E-EF59110300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000" y="356766"/>
            <a:ext cx="11611900" cy="82664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3600">
                <a:solidFill>
                  <a:schemeClr val="accent4"/>
                </a:solidFill>
              </a:defRPr>
            </a:lvl1pPr>
          </a:lstStyle>
          <a:p>
            <a:r>
              <a:rPr lang="da-DK"/>
              <a:t>Klik for at redigere i master</a:t>
            </a:r>
            <a:endParaRPr lang="en-GB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527DF23-49C1-81E6-A14C-CF1A06B4099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88000" y="1540172"/>
            <a:ext cx="10800000" cy="3841750"/>
          </a:xfrm>
          <a:prstGeom prst="rect">
            <a:avLst/>
          </a:prstGeom>
        </p:spPr>
        <p:txBody>
          <a:bodyPr numCol="2" spcCol="360000"/>
          <a:lstStyle>
            <a:lvl1pPr>
              <a:defRPr sz="1400">
                <a:solidFill>
                  <a:schemeClr val="accent4"/>
                </a:solidFill>
              </a:defRPr>
            </a:lvl1pPr>
            <a:lvl2pPr>
              <a:defRPr sz="1400">
                <a:solidFill>
                  <a:schemeClr val="accent4"/>
                </a:solidFill>
              </a:defRPr>
            </a:lvl2pPr>
            <a:lvl3pPr>
              <a:defRPr sz="1400">
                <a:solidFill>
                  <a:schemeClr val="accent4"/>
                </a:solidFill>
              </a:defRPr>
            </a:lvl3pPr>
            <a:lvl4pPr>
              <a:defRPr sz="1400">
                <a:solidFill>
                  <a:schemeClr val="accent4"/>
                </a:solidFill>
              </a:defRPr>
            </a:lvl4pPr>
            <a:lvl5pPr>
              <a:defRPr sz="14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394953219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koner som punktliste - Hv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icture Placeholder 4">
            <a:extLst>
              <a:ext uri="{FF2B5EF4-FFF2-40B4-BE49-F238E27FC236}">
                <a16:creationId xmlns:a16="http://schemas.microsoft.com/office/drawing/2014/main" id="{F8E37B7D-F254-E143-03CB-4CEF9058E6E8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115583" y="0"/>
            <a:ext cx="6076418" cy="6210300"/>
          </a:xfrm>
          <a:prstGeom prst="rect">
            <a:avLst/>
          </a:prstGeom>
        </p:spPr>
        <p:txBody>
          <a:bodyPr/>
          <a:lstStyle/>
          <a:p>
            <a:endParaRPr lang="en-DK"/>
          </a:p>
        </p:txBody>
      </p:sp>
      <p:sp>
        <p:nvSpPr>
          <p:cNvPr id="5" name="Picture Placeholder 27">
            <a:extLst>
              <a:ext uri="{FF2B5EF4-FFF2-40B4-BE49-F238E27FC236}">
                <a16:creationId xmlns:a16="http://schemas.microsoft.com/office/drawing/2014/main" id="{768E2FF8-96FF-E15A-95F3-83E29D5E2E2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275403" y="1886305"/>
            <a:ext cx="382588" cy="318228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accent4"/>
                </a:solidFill>
              </a:defRPr>
            </a:lvl1pPr>
          </a:lstStyle>
          <a:p>
            <a:r>
              <a:rPr lang="en-DK"/>
              <a:t>Ikon</a:t>
            </a:r>
          </a:p>
        </p:txBody>
      </p:sp>
      <p:sp>
        <p:nvSpPr>
          <p:cNvPr id="6" name="Picture Placeholder 27">
            <a:extLst>
              <a:ext uri="{FF2B5EF4-FFF2-40B4-BE49-F238E27FC236}">
                <a16:creationId xmlns:a16="http://schemas.microsoft.com/office/drawing/2014/main" id="{A89D892A-F6C9-B71E-6BE5-2CB31C0AB00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75403" y="2739211"/>
            <a:ext cx="382588" cy="318228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accent4"/>
                </a:solidFill>
              </a:defRPr>
            </a:lvl1pPr>
          </a:lstStyle>
          <a:p>
            <a:r>
              <a:rPr lang="en-DK"/>
              <a:t>Ikon</a:t>
            </a:r>
          </a:p>
        </p:txBody>
      </p:sp>
      <p:sp>
        <p:nvSpPr>
          <p:cNvPr id="7" name="Picture Placeholder 27">
            <a:extLst>
              <a:ext uri="{FF2B5EF4-FFF2-40B4-BE49-F238E27FC236}">
                <a16:creationId xmlns:a16="http://schemas.microsoft.com/office/drawing/2014/main" id="{1B044881-5EC1-10D5-8DCB-FDD2C64991E0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275403" y="3592117"/>
            <a:ext cx="382588" cy="318228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accent4"/>
                </a:solidFill>
              </a:defRPr>
            </a:lvl1pPr>
          </a:lstStyle>
          <a:p>
            <a:r>
              <a:rPr lang="en-DK"/>
              <a:t>Ikon</a:t>
            </a:r>
          </a:p>
        </p:txBody>
      </p:sp>
      <p:sp>
        <p:nvSpPr>
          <p:cNvPr id="14" name="Picture Placeholder 27">
            <a:extLst>
              <a:ext uri="{FF2B5EF4-FFF2-40B4-BE49-F238E27FC236}">
                <a16:creationId xmlns:a16="http://schemas.microsoft.com/office/drawing/2014/main" id="{B9939426-E7D1-1190-6401-7F9910A62E52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275403" y="4445023"/>
            <a:ext cx="382588" cy="318228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accent4"/>
                </a:solidFill>
              </a:defRPr>
            </a:lvl1pPr>
          </a:lstStyle>
          <a:p>
            <a:r>
              <a:rPr lang="en-DK"/>
              <a:t>Ikon</a:t>
            </a:r>
          </a:p>
        </p:txBody>
      </p:sp>
      <p:sp>
        <p:nvSpPr>
          <p:cNvPr id="2" name="Background">
            <a:extLst>
              <a:ext uri="{FF2B5EF4-FFF2-40B4-BE49-F238E27FC236}">
                <a16:creationId xmlns:a16="http://schemas.microsoft.com/office/drawing/2014/main" id="{F0A47828-7C35-9174-0431-B59D1C5303BE}"/>
              </a:ext>
            </a:extLst>
          </p:cNvPr>
          <p:cNvSpPr/>
          <p:nvPr userDrawn="1"/>
        </p:nvSpPr>
        <p:spPr>
          <a:xfrm flipV="1">
            <a:off x="0" y="6210000"/>
            <a:ext cx="12193200" cy="648000"/>
          </a:xfrm>
          <a:prstGeom prst="rect">
            <a:avLst/>
          </a:prstGeom>
          <a:solidFill>
            <a:srgbClr val="FFF38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DK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da-DK" sz="2000" noProof="0" err="1">
              <a:solidFill>
                <a:srgbClr val="FFF387"/>
              </a:solidFill>
            </a:endParaRPr>
          </a:p>
        </p:txBody>
      </p:sp>
      <p:pic>
        <p:nvPicPr>
          <p:cNvPr id="3" name="image" descr="{&quot;templafy&quot;:{&quot;id&quot;:&quot;3551f1e9-9069-42f6-85aa-b3ac8f9b2e31&quot;}}">
            <a:extLst>
              <a:ext uri="{FF2B5EF4-FFF2-40B4-BE49-F238E27FC236}">
                <a16:creationId xmlns:a16="http://schemas.microsoft.com/office/drawing/2014/main" id="{E562BDA6-2912-9C70-9A9B-95EB1388099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85358" y="6419983"/>
            <a:ext cx="873615" cy="194400"/>
          </a:xfrm>
          <a:prstGeom prst="rect">
            <a:avLst/>
          </a:prstGeom>
        </p:spPr>
      </p:pic>
      <p:pic>
        <p:nvPicPr>
          <p:cNvPr id="4" name="image" descr="{&quot;templafy&quot;:{&quot;id&quot;:&quot;eaa95143-2fdd-4bd0-abc1-3b2c2af60b1c&quot;}}">
            <a:extLst>
              <a:ext uri="{FF2B5EF4-FFF2-40B4-BE49-F238E27FC236}">
                <a16:creationId xmlns:a16="http://schemas.microsoft.com/office/drawing/2014/main" id="{4F054845-8B11-785D-6430-552D4D11BC9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06365" y="6210000"/>
            <a:ext cx="4521394" cy="486000"/>
          </a:xfrm>
          <a:prstGeom prst="rect">
            <a:avLst/>
          </a:prstGeom>
        </p:spPr>
      </p:pic>
      <p:sp>
        <p:nvSpPr>
          <p:cNvPr id="13" name="Title Placeholder 1">
            <a:extLst>
              <a:ext uri="{FF2B5EF4-FFF2-40B4-BE49-F238E27FC236}">
                <a16:creationId xmlns:a16="http://schemas.microsoft.com/office/drawing/2014/main" id="{A2C6DB36-429C-609D-D03F-6005AFE7E4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000" y="356766"/>
            <a:ext cx="5509188" cy="82664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3600"/>
            </a:lvl1pPr>
          </a:lstStyle>
          <a:p>
            <a:endParaRPr lang="en-GB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7C82385-3B86-EB47-530E-A4F6520BF05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22313" y="1887538"/>
            <a:ext cx="4845050" cy="3101022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endParaRPr lang="en-DK" sz="1400"/>
          </a:p>
        </p:txBody>
      </p:sp>
    </p:spTree>
    <p:extLst>
      <p:ext uri="{BB962C8B-B14F-4D97-AF65-F5344CB8AC3E}">
        <p14:creationId xmlns:p14="http://schemas.microsoft.com/office/powerpoint/2010/main" val="1020762194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kon slide - Sor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66F0E75B-57CA-DE3F-EEA1-7C0D7113A243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285750" y="2252663"/>
            <a:ext cx="1379538" cy="1381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r>
              <a:rPr lang="en-DK"/>
              <a:t>Ikon</a:t>
            </a:r>
          </a:p>
        </p:txBody>
      </p:sp>
      <p:sp>
        <p:nvSpPr>
          <p:cNvPr id="2" name="Background">
            <a:extLst>
              <a:ext uri="{FF2B5EF4-FFF2-40B4-BE49-F238E27FC236}">
                <a16:creationId xmlns:a16="http://schemas.microsoft.com/office/drawing/2014/main" id="{F0A47828-7C35-9174-0431-B59D1C5303BE}"/>
              </a:ext>
            </a:extLst>
          </p:cNvPr>
          <p:cNvSpPr/>
          <p:nvPr userDrawn="1"/>
        </p:nvSpPr>
        <p:spPr>
          <a:xfrm flipV="1">
            <a:off x="0" y="6210000"/>
            <a:ext cx="12193200" cy="648000"/>
          </a:xfrm>
          <a:prstGeom prst="rect">
            <a:avLst/>
          </a:prstGeom>
          <a:solidFill>
            <a:srgbClr val="FFF38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DK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da-DK" sz="2000" noProof="0" err="1">
              <a:solidFill>
                <a:srgbClr val="FFF387"/>
              </a:solidFill>
            </a:endParaRPr>
          </a:p>
        </p:txBody>
      </p:sp>
      <p:pic>
        <p:nvPicPr>
          <p:cNvPr id="3" name="image" descr="{&quot;templafy&quot;:{&quot;id&quot;:&quot;3551f1e9-9069-42f6-85aa-b3ac8f9b2e31&quot;}}">
            <a:extLst>
              <a:ext uri="{FF2B5EF4-FFF2-40B4-BE49-F238E27FC236}">
                <a16:creationId xmlns:a16="http://schemas.microsoft.com/office/drawing/2014/main" id="{E562BDA6-2912-9C70-9A9B-95EB1388099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85358" y="6419983"/>
            <a:ext cx="873615" cy="194400"/>
          </a:xfrm>
          <a:prstGeom prst="rect">
            <a:avLst/>
          </a:prstGeom>
        </p:spPr>
      </p:pic>
      <p:pic>
        <p:nvPicPr>
          <p:cNvPr id="4" name="image" descr="{&quot;templafy&quot;:{&quot;id&quot;:&quot;eaa95143-2fdd-4bd0-abc1-3b2c2af60b1c&quot;}}">
            <a:extLst>
              <a:ext uri="{FF2B5EF4-FFF2-40B4-BE49-F238E27FC236}">
                <a16:creationId xmlns:a16="http://schemas.microsoft.com/office/drawing/2014/main" id="{4F054845-8B11-785D-6430-552D4D11BC9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06365" y="6210000"/>
            <a:ext cx="4521394" cy="486000"/>
          </a:xfrm>
          <a:prstGeom prst="rect">
            <a:avLst/>
          </a:prstGeom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3A6E52B-A7C7-9026-CF8A-BDB7722C18D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85749" y="3879850"/>
            <a:ext cx="4644000" cy="2032000"/>
          </a:xfrm>
          <a:prstGeom prst="rect">
            <a:avLst/>
          </a:prstGeom>
        </p:spPr>
        <p:txBody>
          <a:bodyPr/>
          <a:lstStyle>
            <a:lvl1pPr>
              <a:defRPr sz="1400">
                <a:solidFill>
                  <a:schemeClr val="accent4"/>
                </a:solidFill>
              </a:defRPr>
            </a:lvl1pPr>
            <a:lvl2pPr>
              <a:defRPr sz="1400">
                <a:solidFill>
                  <a:schemeClr val="accent4"/>
                </a:solidFill>
              </a:defRPr>
            </a:lvl2pPr>
            <a:lvl3pPr>
              <a:defRPr sz="1400">
                <a:solidFill>
                  <a:schemeClr val="accent4"/>
                </a:solidFill>
              </a:defRPr>
            </a:lvl3pPr>
            <a:lvl4pPr>
              <a:defRPr sz="1400">
                <a:solidFill>
                  <a:schemeClr val="accent4"/>
                </a:solidFill>
              </a:defRPr>
            </a:lvl4pPr>
            <a:lvl5pPr>
              <a:defRPr sz="14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K"/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4E1C0CE2-AF60-CD96-9B10-CFCA41D0C44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21351" y="3879850"/>
            <a:ext cx="4644000" cy="2032000"/>
          </a:xfrm>
          <a:prstGeom prst="rect">
            <a:avLst/>
          </a:prstGeom>
        </p:spPr>
        <p:txBody>
          <a:bodyPr/>
          <a:lstStyle>
            <a:lvl1pPr>
              <a:defRPr sz="1400">
                <a:solidFill>
                  <a:schemeClr val="accent4"/>
                </a:solidFill>
              </a:defRPr>
            </a:lvl1pPr>
            <a:lvl2pPr>
              <a:defRPr sz="1400">
                <a:solidFill>
                  <a:schemeClr val="accent4"/>
                </a:solidFill>
              </a:defRPr>
            </a:lvl2pPr>
            <a:lvl3pPr>
              <a:defRPr sz="1400">
                <a:solidFill>
                  <a:schemeClr val="accent4"/>
                </a:solidFill>
              </a:defRPr>
            </a:lvl3pPr>
            <a:lvl4pPr>
              <a:defRPr sz="1400">
                <a:solidFill>
                  <a:schemeClr val="accent4"/>
                </a:solidFill>
              </a:defRPr>
            </a:lvl4pPr>
            <a:lvl5pPr>
              <a:defRPr sz="14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   </a:t>
            </a:r>
          </a:p>
          <a:p>
            <a:pPr lvl="4"/>
            <a:r>
              <a:rPr lang="en-GB"/>
              <a:t>Fifth level            </a:t>
            </a:r>
            <a:endParaRPr lang="en-DK"/>
          </a:p>
        </p:txBody>
      </p:sp>
      <p:sp>
        <p:nvSpPr>
          <p:cNvPr id="12" name="Picture Placeholder 9">
            <a:extLst>
              <a:ext uri="{FF2B5EF4-FFF2-40B4-BE49-F238E27FC236}">
                <a16:creationId xmlns:a16="http://schemas.microsoft.com/office/drawing/2014/main" id="{E10A8956-D63C-B263-82E3-594A392B372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672010" y="2252663"/>
            <a:ext cx="1379538" cy="1381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r>
              <a:rPr lang="en-DK"/>
              <a:t>Ikon</a:t>
            </a:r>
          </a:p>
        </p:txBody>
      </p:sp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538E0CCF-C2EE-7942-3780-D6AA446DD6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356766"/>
            <a:ext cx="10195273" cy="82664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3600">
                <a:solidFill>
                  <a:schemeClr val="accent4"/>
                </a:solidFill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34721666"/>
      </p:ext>
    </p:extLst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k slide - Hv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45E5A082-0EAA-58EF-3390-14529BD60F0D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12500" y="2141538"/>
            <a:ext cx="2401888" cy="240188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err="1"/>
              <a:t>Infografik</a:t>
            </a:r>
            <a:endParaRPr lang="en-DK"/>
          </a:p>
        </p:txBody>
      </p:sp>
      <p:sp>
        <p:nvSpPr>
          <p:cNvPr id="11" name="Content Placeholder 9">
            <a:extLst>
              <a:ext uri="{FF2B5EF4-FFF2-40B4-BE49-F238E27FC236}">
                <a16:creationId xmlns:a16="http://schemas.microsoft.com/office/drawing/2014/main" id="{BDFDDE53-8EE3-37FD-FD1D-B972DC73F39F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3248205" y="2141538"/>
            <a:ext cx="2401888" cy="240188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err="1"/>
              <a:t>Infografik</a:t>
            </a:r>
            <a:endParaRPr lang="en-DK"/>
          </a:p>
        </p:txBody>
      </p:sp>
      <p:sp>
        <p:nvSpPr>
          <p:cNvPr id="12" name="Content Placeholder 9">
            <a:extLst>
              <a:ext uri="{FF2B5EF4-FFF2-40B4-BE49-F238E27FC236}">
                <a16:creationId xmlns:a16="http://schemas.microsoft.com/office/drawing/2014/main" id="{66EF91E5-6190-3427-23CE-31E668119C2C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6159847" y="2141538"/>
            <a:ext cx="2401888" cy="240188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err="1"/>
              <a:t>Infografik</a:t>
            </a:r>
            <a:endParaRPr lang="en-DK"/>
          </a:p>
        </p:txBody>
      </p:sp>
      <p:sp>
        <p:nvSpPr>
          <p:cNvPr id="13" name="Content Placeholder 9">
            <a:extLst>
              <a:ext uri="{FF2B5EF4-FFF2-40B4-BE49-F238E27FC236}">
                <a16:creationId xmlns:a16="http://schemas.microsoft.com/office/drawing/2014/main" id="{147BCBFC-640A-A4A6-C17A-4B94EBBF70D7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9055447" y="2141538"/>
            <a:ext cx="2401888" cy="240188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err="1"/>
              <a:t>Infografik</a:t>
            </a:r>
            <a:endParaRPr lang="en-DK"/>
          </a:p>
        </p:txBody>
      </p:sp>
      <p:sp>
        <p:nvSpPr>
          <p:cNvPr id="2" name="Background">
            <a:extLst>
              <a:ext uri="{FF2B5EF4-FFF2-40B4-BE49-F238E27FC236}">
                <a16:creationId xmlns:a16="http://schemas.microsoft.com/office/drawing/2014/main" id="{F0A47828-7C35-9174-0431-B59D1C5303BE}"/>
              </a:ext>
            </a:extLst>
          </p:cNvPr>
          <p:cNvSpPr/>
          <p:nvPr userDrawn="1"/>
        </p:nvSpPr>
        <p:spPr>
          <a:xfrm flipV="1">
            <a:off x="0" y="6210000"/>
            <a:ext cx="12193200" cy="648000"/>
          </a:xfrm>
          <a:prstGeom prst="rect">
            <a:avLst/>
          </a:prstGeom>
          <a:solidFill>
            <a:srgbClr val="FFF38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DK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da-DK" sz="2000" noProof="0" err="1">
              <a:solidFill>
                <a:srgbClr val="FFF387"/>
              </a:solidFill>
            </a:endParaRPr>
          </a:p>
        </p:txBody>
      </p:sp>
      <p:pic>
        <p:nvPicPr>
          <p:cNvPr id="3" name="image" descr="{&quot;templafy&quot;:{&quot;id&quot;:&quot;3551f1e9-9069-42f6-85aa-b3ac8f9b2e31&quot;}}">
            <a:extLst>
              <a:ext uri="{FF2B5EF4-FFF2-40B4-BE49-F238E27FC236}">
                <a16:creationId xmlns:a16="http://schemas.microsoft.com/office/drawing/2014/main" id="{E562BDA6-2912-9C70-9A9B-95EB1388099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85358" y="6419983"/>
            <a:ext cx="873615" cy="194400"/>
          </a:xfrm>
          <a:prstGeom prst="rect">
            <a:avLst/>
          </a:prstGeom>
        </p:spPr>
      </p:pic>
      <p:pic>
        <p:nvPicPr>
          <p:cNvPr id="4" name="image" descr="{&quot;templafy&quot;:{&quot;id&quot;:&quot;eaa95143-2fdd-4bd0-abc1-3b2c2af60b1c&quot;}}">
            <a:extLst>
              <a:ext uri="{FF2B5EF4-FFF2-40B4-BE49-F238E27FC236}">
                <a16:creationId xmlns:a16="http://schemas.microsoft.com/office/drawing/2014/main" id="{4F054845-8B11-785D-6430-552D4D11BC9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06365" y="6210000"/>
            <a:ext cx="4521394" cy="486000"/>
          </a:xfrm>
          <a:prstGeom prst="rect">
            <a:avLst/>
          </a:prstGeom>
        </p:spPr>
      </p:pic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A86CC69D-8AD9-F1B7-E720-678650B689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000" y="356766"/>
            <a:ext cx="10333818" cy="82664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3600"/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10585088"/>
      </p:ext>
    </p:extLst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kon Slide - Hv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>
            <a:extLst>
              <a:ext uri="{FF2B5EF4-FFF2-40B4-BE49-F238E27FC236}">
                <a16:creationId xmlns:a16="http://schemas.microsoft.com/office/drawing/2014/main" id="{F0A47828-7C35-9174-0431-B59D1C5303BE}"/>
              </a:ext>
            </a:extLst>
          </p:cNvPr>
          <p:cNvSpPr/>
          <p:nvPr userDrawn="1"/>
        </p:nvSpPr>
        <p:spPr>
          <a:xfrm flipV="1">
            <a:off x="0" y="6210000"/>
            <a:ext cx="12193200" cy="648000"/>
          </a:xfrm>
          <a:prstGeom prst="rect">
            <a:avLst/>
          </a:prstGeom>
          <a:solidFill>
            <a:srgbClr val="FFF38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DK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da-DK" sz="2000" noProof="0" err="1">
              <a:solidFill>
                <a:srgbClr val="FFF387"/>
              </a:solidFill>
            </a:endParaRPr>
          </a:p>
        </p:txBody>
      </p:sp>
      <p:pic>
        <p:nvPicPr>
          <p:cNvPr id="3" name="image" descr="{&quot;templafy&quot;:{&quot;id&quot;:&quot;3551f1e9-9069-42f6-85aa-b3ac8f9b2e31&quot;}}">
            <a:extLst>
              <a:ext uri="{FF2B5EF4-FFF2-40B4-BE49-F238E27FC236}">
                <a16:creationId xmlns:a16="http://schemas.microsoft.com/office/drawing/2014/main" id="{E562BDA6-2912-9C70-9A9B-95EB1388099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85358" y="6419983"/>
            <a:ext cx="873615" cy="194400"/>
          </a:xfrm>
          <a:prstGeom prst="rect">
            <a:avLst/>
          </a:prstGeom>
        </p:spPr>
      </p:pic>
      <p:pic>
        <p:nvPicPr>
          <p:cNvPr id="4" name="image" descr="{&quot;templafy&quot;:{&quot;id&quot;:&quot;eaa95143-2fdd-4bd0-abc1-3b2c2af60b1c&quot;}}">
            <a:extLst>
              <a:ext uri="{FF2B5EF4-FFF2-40B4-BE49-F238E27FC236}">
                <a16:creationId xmlns:a16="http://schemas.microsoft.com/office/drawing/2014/main" id="{4F054845-8B11-785D-6430-552D4D11BC9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06365" y="6210000"/>
            <a:ext cx="4521394" cy="486000"/>
          </a:xfrm>
          <a:prstGeom prst="rect">
            <a:avLst/>
          </a:prstGeom>
        </p:spPr>
      </p:pic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30E17951-E51E-D81E-09E7-3CD5BBD21A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0080" y="587675"/>
            <a:ext cx="5367920" cy="82664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3600"/>
            </a:lvl1pPr>
          </a:lstStyle>
          <a:p>
            <a:endParaRPr lang="da-DK" noProof="0"/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E35E1528-7096-98EE-E6CF-CE7AE5225D0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720080" y="2001990"/>
            <a:ext cx="5367920" cy="2966250"/>
          </a:xfrm>
          <a:prstGeom prst="rect">
            <a:avLst/>
          </a:prstGeom>
        </p:spPr>
        <p:txBody>
          <a:bodyPr/>
          <a:lstStyle>
            <a:lvl1pPr>
              <a:defRPr sz="14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marL="0" indent="0">
              <a:buNone/>
            </a:pPr>
            <a:endParaRPr lang="en-DK" sz="140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36A39010-7C0C-F2CE-664D-37D7DD1D47A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1232798" y="2001838"/>
            <a:ext cx="2946400" cy="2947987"/>
          </a:xfrm>
          <a:prstGeom prst="rect">
            <a:avLst/>
          </a:prstGeom>
        </p:spPr>
        <p:txBody>
          <a:bodyPr/>
          <a:lstStyle/>
          <a:p>
            <a:r>
              <a:rPr lang="en-DK"/>
              <a:t>Ikon</a:t>
            </a:r>
          </a:p>
        </p:txBody>
      </p:sp>
    </p:spTree>
    <p:extLst>
      <p:ext uri="{BB962C8B-B14F-4D97-AF65-F5344CB8AC3E}">
        <p14:creationId xmlns:p14="http://schemas.microsoft.com/office/powerpoint/2010/main" val="1812168670"/>
      </p:ext>
    </p:extLst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dholdsslide m. ikon - Hv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4">
            <a:extLst>
              <a:ext uri="{FF2B5EF4-FFF2-40B4-BE49-F238E27FC236}">
                <a16:creationId xmlns:a16="http://schemas.microsoft.com/office/drawing/2014/main" id="{332DFDB0-FAC1-1D65-9D25-FD0F3532AAF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6075218" cy="6210000"/>
          </a:xfrm>
          <a:prstGeom prst="rect">
            <a:avLst/>
          </a:prstGeom>
        </p:spPr>
        <p:txBody>
          <a:bodyPr/>
          <a:lstStyle>
            <a:lvl1pPr>
              <a:defRPr b="0"/>
            </a:lvl1pPr>
          </a:lstStyle>
          <a:p>
            <a:endParaRPr lang="en-DK"/>
          </a:p>
        </p:txBody>
      </p:sp>
      <p:sp>
        <p:nvSpPr>
          <p:cNvPr id="2" name="Background">
            <a:extLst>
              <a:ext uri="{FF2B5EF4-FFF2-40B4-BE49-F238E27FC236}">
                <a16:creationId xmlns:a16="http://schemas.microsoft.com/office/drawing/2014/main" id="{F0A47828-7C35-9174-0431-B59D1C5303BE}"/>
              </a:ext>
            </a:extLst>
          </p:cNvPr>
          <p:cNvSpPr/>
          <p:nvPr userDrawn="1"/>
        </p:nvSpPr>
        <p:spPr>
          <a:xfrm flipV="1">
            <a:off x="0" y="6210000"/>
            <a:ext cx="12193200" cy="648000"/>
          </a:xfrm>
          <a:prstGeom prst="rect">
            <a:avLst/>
          </a:prstGeom>
          <a:solidFill>
            <a:srgbClr val="FFF38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DK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da-DK" sz="2000" noProof="0" err="1">
              <a:solidFill>
                <a:srgbClr val="FFF387"/>
              </a:solidFill>
            </a:endParaRPr>
          </a:p>
        </p:txBody>
      </p:sp>
      <p:pic>
        <p:nvPicPr>
          <p:cNvPr id="3" name="image" descr="{&quot;templafy&quot;:{&quot;id&quot;:&quot;3551f1e9-9069-42f6-85aa-b3ac8f9b2e31&quot;}}">
            <a:extLst>
              <a:ext uri="{FF2B5EF4-FFF2-40B4-BE49-F238E27FC236}">
                <a16:creationId xmlns:a16="http://schemas.microsoft.com/office/drawing/2014/main" id="{E562BDA6-2912-9C70-9A9B-95EB1388099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85358" y="6419983"/>
            <a:ext cx="873615" cy="194400"/>
          </a:xfrm>
          <a:prstGeom prst="rect">
            <a:avLst/>
          </a:prstGeom>
        </p:spPr>
      </p:pic>
      <p:pic>
        <p:nvPicPr>
          <p:cNvPr id="4" name="image" descr="{&quot;templafy&quot;:{&quot;id&quot;:&quot;eaa95143-2fdd-4bd0-abc1-3b2c2af60b1c&quot;}}">
            <a:extLst>
              <a:ext uri="{FF2B5EF4-FFF2-40B4-BE49-F238E27FC236}">
                <a16:creationId xmlns:a16="http://schemas.microsoft.com/office/drawing/2014/main" id="{4F054845-8B11-785D-6430-552D4D11BC9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06365" y="6210000"/>
            <a:ext cx="4521394" cy="486000"/>
          </a:xfrm>
          <a:prstGeom prst="rect">
            <a:avLst/>
          </a:prstGeom>
        </p:spPr>
      </p:pic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9C0D8495-D036-1EC0-BC47-DE6B7E5271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14954" y="384475"/>
            <a:ext cx="4741643" cy="82664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3600"/>
            </a:lvl1pPr>
          </a:lstStyle>
          <a:p>
            <a:endParaRPr lang="da-DK" noProof="0"/>
          </a:p>
        </p:txBody>
      </p:sp>
      <p:sp>
        <p:nvSpPr>
          <p:cNvPr id="23" name="Text Placeholder 5">
            <a:extLst>
              <a:ext uri="{FF2B5EF4-FFF2-40B4-BE49-F238E27FC236}">
                <a16:creationId xmlns:a16="http://schemas.microsoft.com/office/drawing/2014/main" id="{3E97232E-147F-338B-C86F-37BA6419A53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614954" y="3729750"/>
            <a:ext cx="4741643" cy="2061450"/>
          </a:xfrm>
          <a:prstGeom prst="rect">
            <a:avLst/>
          </a:prstGeom>
        </p:spPr>
        <p:txBody>
          <a:bodyPr/>
          <a:lstStyle>
            <a:lvl1pPr>
              <a:defRPr sz="14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marL="0" indent="0">
              <a:buNone/>
            </a:pPr>
            <a:endParaRPr lang="en-DK" sz="1400"/>
          </a:p>
        </p:txBody>
      </p:sp>
      <p:sp>
        <p:nvSpPr>
          <p:cNvPr id="25" name="Picture Placeholder 24">
            <a:extLst>
              <a:ext uri="{FF2B5EF4-FFF2-40B4-BE49-F238E27FC236}">
                <a16:creationId xmlns:a16="http://schemas.microsoft.com/office/drawing/2014/main" id="{695070D7-D1AA-F0B7-6953-8109F2C39F4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614954" y="2301875"/>
            <a:ext cx="1127125" cy="1127125"/>
          </a:xfrm>
          <a:prstGeom prst="rect">
            <a:avLst/>
          </a:prstGeom>
        </p:spPr>
        <p:txBody>
          <a:bodyPr/>
          <a:lstStyle/>
          <a:p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391183723"/>
      </p:ext>
    </p:extLst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nkt opstilling slide - Sor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Content Placeholder 9">
            <a:extLst>
              <a:ext uri="{FF2B5EF4-FFF2-40B4-BE49-F238E27FC236}">
                <a16:creationId xmlns:a16="http://schemas.microsoft.com/office/drawing/2014/main" id="{564A8AB2-6C5E-11FF-0CA0-8000EB2D5F85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285358" y="2184343"/>
            <a:ext cx="666194" cy="64800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lvl="0"/>
            <a:r>
              <a:rPr lang="en-GB" err="1"/>
              <a:t>Infografik</a:t>
            </a:r>
            <a:endParaRPr lang="en-DK"/>
          </a:p>
        </p:txBody>
      </p:sp>
      <p:sp>
        <p:nvSpPr>
          <p:cNvPr id="69" name="Content Placeholder 9">
            <a:extLst>
              <a:ext uri="{FF2B5EF4-FFF2-40B4-BE49-F238E27FC236}">
                <a16:creationId xmlns:a16="http://schemas.microsoft.com/office/drawing/2014/main" id="{E0188C4E-7EFD-963E-4369-0583E2DAD5D1}"/>
              </a:ext>
            </a:extLst>
          </p:cNvPr>
          <p:cNvSpPr>
            <a:spLocks noGrp="1"/>
          </p:cNvSpPr>
          <p:nvPr>
            <p:ph sz="quarter" idx="32" hasCustomPrompt="1"/>
          </p:nvPr>
        </p:nvSpPr>
        <p:spPr>
          <a:xfrm>
            <a:off x="3195246" y="2184343"/>
            <a:ext cx="666194" cy="64800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lvl="0"/>
            <a:r>
              <a:rPr lang="en-GB" err="1"/>
              <a:t>Infografik</a:t>
            </a:r>
            <a:endParaRPr lang="en-DK"/>
          </a:p>
        </p:txBody>
      </p:sp>
      <p:sp>
        <p:nvSpPr>
          <p:cNvPr id="70" name="Content Placeholder 9">
            <a:extLst>
              <a:ext uri="{FF2B5EF4-FFF2-40B4-BE49-F238E27FC236}">
                <a16:creationId xmlns:a16="http://schemas.microsoft.com/office/drawing/2014/main" id="{B6BC7CB8-1F75-2B8A-646F-FB10818F3195}"/>
              </a:ext>
            </a:extLst>
          </p:cNvPr>
          <p:cNvSpPr>
            <a:spLocks noGrp="1"/>
          </p:cNvSpPr>
          <p:nvPr>
            <p:ph sz="quarter" idx="33" hasCustomPrompt="1"/>
          </p:nvPr>
        </p:nvSpPr>
        <p:spPr>
          <a:xfrm>
            <a:off x="9015021" y="2184343"/>
            <a:ext cx="666194" cy="64800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lvl="0"/>
            <a:r>
              <a:rPr lang="en-GB" err="1"/>
              <a:t>Infografik</a:t>
            </a:r>
            <a:endParaRPr lang="en-DK"/>
          </a:p>
        </p:txBody>
      </p:sp>
      <p:sp>
        <p:nvSpPr>
          <p:cNvPr id="71" name="Content Placeholder 9">
            <a:extLst>
              <a:ext uri="{FF2B5EF4-FFF2-40B4-BE49-F238E27FC236}">
                <a16:creationId xmlns:a16="http://schemas.microsoft.com/office/drawing/2014/main" id="{44199122-EF22-CF15-69B5-B8DA31584380}"/>
              </a:ext>
            </a:extLst>
          </p:cNvPr>
          <p:cNvSpPr>
            <a:spLocks noGrp="1"/>
          </p:cNvSpPr>
          <p:nvPr>
            <p:ph sz="quarter" idx="34" hasCustomPrompt="1"/>
          </p:nvPr>
        </p:nvSpPr>
        <p:spPr>
          <a:xfrm>
            <a:off x="6105134" y="2184343"/>
            <a:ext cx="666194" cy="64800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lvl="0"/>
            <a:r>
              <a:rPr lang="en-GB" err="1"/>
              <a:t>Infografik</a:t>
            </a:r>
            <a:endParaRPr lang="en-DK"/>
          </a:p>
        </p:txBody>
      </p:sp>
      <p:sp>
        <p:nvSpPr>
          <p:cNvPr id="59" name="Text Placeholder 23">
            <a:extLst>
              <a:ext uri="{FF2B5EF4-FFF2-40B4-BE49-F238E27FC236}">
                <a16:creationId xmlns:a16="http://schemas.microsoft.com/office/drawing/2014/main" id="{A785DD53-B52E-6841-93CE-47D466C8ED2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285358" y="3062217"/>
            <a:ext cx="2011223" cy="2409171"/>
          </a:xfrm>
          <a:prstGeom prst="rect">
            <a:avLst/>
          </a:prstGeom>
        </p:spPr>
        <p:txBody>
          <a:bodyPr/>
          <a:lstStyle>
            <a:lvl1pPr algn="l">
              <a:defRPr sz="1200">
                <a:solidFill>
                  <a:schemeClr val="accent4"/>
                </a:solidFill>
              </a:defRPr>
            </a:lvl1pPr>
            <a:lvl2pPr algn="l">
              <a:defRPr sz="1200"/>
            </a:lvl2pPr>
            <a:lvl3pPr algn="l">
              <a:defRPr sz="1200"/>
            </a:lvl3pPr>
            <a:lvl4pPr algn="l">
              <a:defRPr sz="1200"/>
            </a:lvl4pPr>
            <a:lvl5pPr algn="l">
              <a:defRPr sz="1200"/>
            </a:lvl5pPr>
          </a:lstStyle>
          <a:p>
            <a:pPr lvl="0">
              <a:lnSpc>
                <a:spcPct val="100000"/>
              </a:lnSpc>
              <a:spcBef>
                <a:spcPct val="20000"/>
              </a:spcBef>
            </a:pPr>
            <a:endParaRPr lang="da-DK" sz="1200">
              <a:solidFill>
                <a:schemeClr val="accent4"/>
              </a:solidFill>
            </a:endParaRPr>
          </a:p>
        </p:txBody>
      </p:sp>
      <p:sp>
        <p:nvSpPr>
          <p:cNvPr id="60" name="Text Placeholder 23">
            <a:extLst>
              <a:ext uri="{FF2B5EF4-FFF2-40B4-BE49-F238E27FC236}">
                <a16:creationId xmlns:a16="http://schemas.microsoft.com/office/drawing/2014/main" id="{542588FD-3D85-637E-21BF-E1601C4024B7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195246" y="3062217"/>
            <a:ext cx="2011223" cy="2409171"/>
          </a:xfrm>
          <a:prstGeom prst="rect">
            <a:avLst/>
          </a:prstGeom>
        </p:spPr>
        <p:txBody>
          <a:bodyPr/>
          <a:lstStyle>
            <a:lvl1pPr algn="l">
              <a:defRPr sz="1200">
                <a:solidFill>
                  <a:schemeClr val="accent4"/>
                </a:solidFill>
              </a:defRPr>
            </a:lvl1pPr>
            <a:lvl2pPr algn="l">
              <a:defRPr sz="1200"/>
            </a:lvl2pPr>
            <a:lvl3pPr algn="l">
              <a:defRPr sz="1200"/>
            </a:lvl3pPr>
            <a:lvl4pPr algn="l">
              <a:defRPr sz="1200"/>
            </a:lvl4pPr>
            <a:lvl5pPr algn="l">
              <a:defRPr sz="1200"/>
            </a:lvl5pPr>
          </a:lstStyle>
          <a:p>
            <a:pPr lvl="0">
              <a:lnSpc>
                <a:spcPct val="100000"/>
              </a:lnSpc>
              <a:spcBef>
                <a:spcPct val="20000"/>
              </a:spcBef>
            </a:pPr>
            <a:endParaRPr lang="da-DK" sz="1200">
              <a:solidFill>
                <a:schemeClr val="accent4"/>
              </a:solidFill>
            </a:endParaRPr>
          </a:p>
        </p:txBody>
      </p:sp>
      <p:sp>
        <p:nvSpPr>
          <p:cNvPr id="61" name="Text Placeholder 23">
            <a:extLst>
              <a:ext uri="{FF2B5EF4-FFF2-40B4-BE49-F238E27FC236}">
                <a16:creationId xmlns:a16="http://schemas.microsoft.com/office/drawing/2014/main" id="{C8935A73-14D3-3279-78D3-B003B005FFF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105134" y="3062217"/>
            <a:ext cx="2011223" cy="2409171"/>
          </a:xfrm>
          <a:prstGeom prst="rect">
            <a:avLst/>
          </a:prstGeom>
        </p:spPr>
        <p:txBody>
          <a:bodyPr/>
          <a:lstStyle>
            <a:lvl1pPr algn="l">
              <a:defRPr sz="1200">
                <a:solidFill>
                  <a:schemeClr val="accent4"/>
                </a:solidFill>
              </a:defRPr>
            </a:lvl1pPr>
            <a:lvl2pPr algn="l">
              <a:defRPr sz="1200"/>
            </a:lvl2pPr>
            <a:lvl3pPr algn="l">
              <a:defRPr sz="1200"/>
            </a:lvl3pPr>
            <a:lvl4pPr algn="l">
              <a:defRPr sz="1200"/>
            </a:lvl4pPr>
            <a:lvl5pPr algn="l">
              <a:defRPr sz="1200"/>
            </a:lvl5pPr>
          </a:lstStyle>
          <a:p>
            <a:pPr lvl="0">
              <a:lnSpc>
                <a:spcPct val="100000"/>
              </a:lnSpc>
              <a:spcBef>
                <a:spcPct val="20000"/>
              </a:spcBef>
            </a:pPr>
            <a:endParaRPr lang="da-DK" sz="1200">
              <a:solidFill>
                <a:schemeClr val="accent4"/>
              </a:solidFill>
            </a:endParaRPr>
          </a:p>
        </p:txBody>
      </p:sp>
      <p:sp>
        <p:nvSpPr>
          <p:cNvPr id="62" name="Text Placeholder 23">
            <a:extLst>
              <a:ext uri="{FF2B5EF4-FFF2-40B4-BE49-F238E27FC236}">
                <a16:creationId xmlns:a16="http://schemas.microsoft.com/office/drawing/2014/main" id="{F08C130C-516C-3B81-93DA-4CED264185AD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9015021" y="3062217"/>
            <a:ext cx="2011223" cy="2409171"/>
          </a:xfrm>
          <a:prstGeom prst="rect">
            <a:avLst/>
          </a:prstGeom>
        </p:spPr>
        <p:txBody>
          <a:bodyPr/>
          <a:lstStyle>
            <a:lvl1pPr algn="l">
              <a:defRPr sz="1200">
                <a:solidFill>
                  <a:schemeClr val="accent4"/>
                </a:solidFill>
              </a:defRPr>
            </a:lvl1pPr>
            <a:lvl2pPr algn="l">
              <a:defRPr sz="1200"/>
            </a:lvl2pPr>
            <a:lvl3pPr algn="l">
              <a:defRPr sz="1200"/>
            </a:lvl3pPr>
            <a:lvl4pPr algn="l">
              <a:defRPr sz="1200"/>
            </a:lvl4pPr>
            <a:lvl5pPr algn="l">
              <a:defRPr sz="1200"/>
            </a:lvl5pPr>
          </a:lstStyle>
          <a:p>
            <a:pPr lvl="0">
              <a:lnSpc>
                <a:spcPct val="100000"/>
              </a:lnSpc>
              <a:spcBef>
                <a:spcPct val="20000"/>
              </a:spcBef>
            </a:pPr>
            <a:endParaRPr lang="da-DK" sz="1200">
              <a:solidFill>
                <a:schemeClr val="accent4"/>
              </a:solidFill>
            </a:endParaRPr>
          </a:p>
        </p:txBody>
      </p:sp>
      <p:sp>
        <p:nvSpPr>
          <p:cNvPr id="2" name="Background">
            <a:extLst>
              <a:ext uri="{FF2B5EF4-FFF2-40B4-BE49-F238E27FC236}">
                <a16:creationId xmlns:a16="http://schemas.microsoft.com/office/drawing/2014/main" id="{F0A47828-7C35-9174-0431-B59D1C5303BE}"/>
              </a:ext>
            </a:extLst>
          </p:cNvPr>
          <p:cNvSpPr/>
          <p:nvPr userDrawn="1"/>
        </p:nvSpPr>
        <p:spPr>
          <a:xfrm flipV="1">
            <a:off x="0" y="6210000"/>
            <a:ext cx="12193200" cy="648000"/>
          </a:xfrm>
          <a:prstGeom prst="rect">
            <a:avLst/>
          </a:prstGeom>
          <a:solidFill>
            <a:srgbClr val="FFF38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DK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da-DK" sz="2000" noProof="0" err="1">
              <a:solidFill>
                <a:srgbClr val="FFF387"/>
              </a:solidFill>
            </a:endParaRPr>
          </a:p>
        </p:txBody>
      </p:sp>
      <p:pic>
        <p:nvPicPr>
          <p:cNvPr id="3" name="image" descr="{&quot;templafy&quot;:{&quot;id&quot;:&quot;3551f1e9-9069-42f6-85aa-b3ac8f9b2e31&quot;}}">
            <a:extLst>
              <a:ext uri="{FF2B5EF4-FFF2-40B4-BE49-F238E27FC236}">
                <a16:creationId xmlns:a16="http://schemas.microsoft.com/office/drawing/2014/main" id="{E562BDA6-2912-9C70-9A9B-95EB1388099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85358" y="6419983"/>
            <a:ext cx="873615" cy="194400"/>
          </a:xfrm>
          <a:prstGeom prst="rect">
            <a:avLst/>
          </a:prstGeom>
        </p:spPr>
      </p:pic>
      <p:pic>
        <p:nvPicPr>
          <p:cNvPr id="4" name="image" descr="{&quot;templafy&quot;:{&quot;id&quot;:&quot;eaa95143-2fdd-4bd0-abc1-3b2c2af60b1c&quot;}}">
            <a:extLst>
              <a:ext uri="{FF2B5EF4-FFF2-40B4-BE49-F238E27FC236}">
                <a16:creationId xmlns:a16="http://schemas.microsoft.com/office/drawing/2014/main" id="{4F054845-8B11-785D-6430-552D4D11BC9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06365" y="6210000"/>
            <a:ext cx="4521394" cy="486000"/>
          </a:xfrm>
          <a:prstGeom prst="rect">
            <a:avLst/>
          </a:prstGeom>
        </p:spPr>
      </p:pic>
      <p:sp>
        <p:nvSpPr>
          <p:cNvPr id="64" name="Text Placeholder 63">
            <a:extLst>
              <a:ext uri="{FF2B5EF4-FFF2-40B4-BE49-F238E27FC236}">
                <a16:creationId xmlns:a16="http://schemas.microsoft.com/office/drawing/2014/main" id="{8C2CACB4-A75A-7CA9-3B50-5F775D873F0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39350" y="2352768"/>
            <a:ext cx="558211" cy="311150"/>
          </a:xfrm>
          <a:prstGeom prst="rect">
            <a:avLst/>
          </a:prstGeom>
        </p:spPr>
        <p:txBody>
          <a:bodyPr/>
          <a:lstStyle>
            <a:lvl1pPr algn="ctr">
              <a:defRPr sz="2000">
                <a:solidFill>
                  <a:schemeClr val="accent4"/>
                </a:solidFill>
              </a:defRPr>
            </a:lvl1pPr>
            <a:lvl2pPr>
              <a:defRPr sz="2000">
                <a:solidFill>
                  <a:schemeClr val="accent4"/>
                </a:solidFill>
              </a:defRPr>
            </a:lvl2pPr>
            <a:lvl3pPr>
              <a:defRPr sz="2000">
                <a:solidFill>
                  <a:schemeClr val="accent4"/>
                </a:solidFill>
              </a:defRPr>
            </a:lvl3pPr>
            <a:lvl4pPr>
              <a:defRPr sz="2000">
                <a:solidFill>
                  <a:schemeClr val="accent4"/>
                </a:solidFill>
              </a:defRPr>
            </a:lvl4pPr>
            <a:lvl5pPr>
              <a:defRPr sz="20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DK"/>
              <a:t>01</a:t>
            </a:r>
          </a:p>
        </p:txBody>
      </p:sp>
      <p:sp>
        <p:nvSpPr>
          <p:cNvPr id="65" name="Text Placeholder 63">
            <a:extLst>
              <a:ext uri="{FF2B5EF4-FFF2-40B4-BE49-F238E27FC236}">
                <a16:creationId xmlns:a16="http://schemas.microsoft.com/office/drawing/2014/main" id="{3A79CE12-6DCB-0113-5964-307988BC6E76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251724" y="2352768"/>
            <a:ext cx="558211" cy="311150"/>
          </a:xfrm>
          <a:prstGeom prst="rect">
            <a:avLst/>
          </a:prstGeom>
        </p:spPr>
        <p:txBody>
          <a:bodyPr/>
          <a:lstStyle>
            <a:lvl1pPr algn="ctr">
              <a:defRPr sz="2000">
                <a:solidFill>
                  <a:schemeClr val="accent4"/>
                </a:solidFill>
              </a:defRPr>
            </a:lvl1pPr>
            <a:lvl2pPr>
              <a:defRPr sz="2000">
                <a:solidFill>
                  <a:schemeClr val="accent4"/>
                </a:solidFill>
              </a:defRPr>
            </a:lvl2pPr>
            <a:lvl3pPr>
              <a:defRPr sz="2000">
                <a:solidFill>
                  <a:schemeClr val="accent4"/>
                </a:solidFill>
              </a:defRPr>
            </a:lvl3pPr>
            <a:lvl4pPr>
              <a:defRPr sz="2000">
                <a:solidFill>
                  <a:schemeClr val="accent4"/>
                </a:solidFill>
              </a:defRPr>
            </a:lvl4pPr>
            <a:lvl5pPr>
              <a:defRPr sz="20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DK"/>
              <a:t>02</a:t>
            </a:r>
          </a:p>
        </p:txBody>
      </p:sp>
      <p:sp>
        <p:nvSpPr>
          <p:cNvPr id="66" name="Text Placeholder 63">
            <a:extLst>
              <a:ext uri="{FF2B5EF4-FFF2-40B4-BE49-F238E27FC236}">
                <a16:creationId xmlns:a16="http://schemas.microsoft.com/office/drawing/2014/main" id="{49F26D93-C4B8-9094-00E3-F0018CFE02F7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164098" y="2352768"/>
            <a:ext cx="558211" cy="311150"/>
          </a:xfrm>
          <a:prstGeom prst="rect">
            <a:avLst/>
          </a:prstGeom>
        </p:spPr>
        <p:txBody>
          <a:bodyPr/>
          <a:lstStyle>
            <a:lvl1pPr algn="ctr">
              <a:defRPr sz="2000">
                <a:solidFill>
                  <a:schemeClr val="accent4"/>
                </a:solidFill>
              </a:defRPr>
            </a:lvl1pPr>
            <a:lvl2pPr>
              <a:defRPr sz="2000">
                <a:solidFill>
                  <a:schemeClr val="accent4"/>
                </a:solidFill>
              </a:defRPr>
            </a:lvl2pPr>
            <a:lvl3pPr>
              <a:defRPr sz="2000">
                <a:solidFill>
                  <a:schemeClr val="accent4"/>
                </a:solidFill>
              </a:defRPr>
            </a:lvl3pPr>
            <a:lvl4pPr>
              <a:defRPr sz="2000">
                <a:solidFill>
                  <a:schemeClr val="accent4"/>
                </a:solidFill>
              </a:defRPr>
            </a:lvl4pPr>
            <a:lvl5pPr>
              <a:defRPr sz="20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DK"/>
              <a:t>03</a:t>
            </a:r>
          </a:p>
        </p:txBody>
      </p:sp>
      <p:sp>
        <p:nvSpPr>
          <p:cNvPr id="67" name="Text Placeholder 63">
            <a:extLst>
              <a:ext uri="{FF2B5EF4-FFF2-40B4-BE49-F238E27FC236}">
                <a16:creationId xmlns:a16="http://schemas.microsoft.com/office/drawing/2014/main" id="{4FC37B8F-D43A-A07A-270F-11A63767409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076469" y="2352768"/>
            <a:ext cx="558211" cy="311150"/>
          </a:xfrm>
          <a:prstGeom prst="rect">
            <a:avLst/>
          </a:prstGeom>
        </p:spPr>
        <p:txBody>
          <a:bodyPr/>
          <a:lstStyle>
            <a:lvl1pPr algn="ctr">
              <a:defRPr sz="2000">
                <a:solidFill>
                  <a:schemeClr val="accent4"/>
                </a:solidFill>
              </a:defRPr>
            </a:lvl1pPr>
            <a:lvl2pPr>
              <a:defRPr sz="2000">
                <a:solidFill>
                  <a:schemeClr val="accent4"/>
                </a:solidFill>
              </a:defRPr>
            </a:lvl2pPr>
            <a:lvl3pPr>
              <a:defRPr sz="2000">
                <a:solidFill>
                  <a:schemeClr val="accent4"/>
                </a:solidFill>
              </a:defRPr>
            </a:lvl3pPr>
            <a:lvl4pPr>
              <a:defRPr sz="2000">
                <a:solidFill>
                  <a:schemeClr val="accent4"/>
                </a:solidFill>
              </a:defRPr>
            </a:lvl4pPr>
            <a:lvl5pPr>
              <a:defRPr sz="20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DK"/>
              <a:t>04</a:t>
            </a:r>
          </a:p>
        </p:txBody>
      </p:sp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62F8CF76-F016-D432-7FBC-A31F1C4421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000" y="356766"/>
            <a:ext cx="10738244" cy="82664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3600">
                <a:solidFill>
                  <a:schemeClr val="accent4"/>
                </a:solidFill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45246437"/>
      </p:ext>
    </p:extLst>
  </p:cSld>
  <p:clrMapOvr>
    <a:masterClrMapping/>
  </p:clrMapOvr>
  <p:transition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D7F8CAB-EDF1-C72F-2603-721B89D83C88}"/>
              </a:ext>
            </a:extLst>
          </p:cNvPr>
          <p:cNvSpPr/>
          <p:nvPr userDrawn="1"/>
        </p:nvSpPr>
        <p:spPr>
          <a:xfrm>
            <a:off x="9169236" y="1531091"/>
            <a:ext cx="3024000" cy="2337381"/>
          </a:xfrm>
          <a:prstGeom prst="rect">
            <a:avLst/>
          </a:prstGeom>
          <a:solidFill>
            <a:schemeClr val="accent1">
              <a:lumMod val="95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t" anchorCtr="0"/>
          <a:lstStyle>
            <a:defPPr>
              <a:defRPr lang="en-DK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da-DK">
              <a:solidFill>
                <a:schemeClr val="bg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CA0B886-6036-6328-E479-F80CB503E291}"/>
              </a:ext>
            </a:extLst>
          </p:cNvPr>
          <p:cNvSpPr/>
          <p:nvPr userDrawn="1"/>
        </p:nvSpPr>
        <p:spPr>
          <a:xfrm>
            <a:off x="9169236" y="3904837"/>
            <a:ext cx="3024000" cy="2337381"/>
          </a:xfrm>
          <a:prstGeom prst="rect">
            <a:avLst/>
          </a:prstGeom>
          <a:solidFill>
            <a:schemeClr val="accent1">
              <a:lumMod val="95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t" anchorCtr="0"/>
          <a:lstStyle>
            <a:defPPr>
              <a:defRPr lang="en-DK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da-DK">
              <a:solidFill>
                <a:schemeClr val="bg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629E873-EA11-0923-F12E-FD11249D27A3}"/>
              </a:ext>
            </a:extLst>
          </p:cNvPr>
          <p:cNvSpPr/>
          <p:nvPr userDrawn="1"/>
        </p:nvSpPr>
        <p:spPr>
          <a:xfrm>
            <a:off x="0" y="3904837"/>
            <a:ext cx="3024000" cy="2337381"/>
          </a:xfrm>
          <a:prstGeom prst="rect">
            <a:avLst/>
          </a:prstGeom>
          <a:solidFill>
            <a:schemeClr val="accent1">
              <a:lumMod val="95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t" anchorCtr="0"/>
          <a:lstStyle>
            <a:defPPr>
              <a:defRPr lang="en-DK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da-DK">
              <a:solidFill>
                <a:schemeClr val="bg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0A9CE01-FB6E-C5FE-B051-E73BE0F82246}"/>
              </a:ext>
            </a:extLst>
          </p:cNvPr>
          <p:cNvSpPr/>
          <p:nvPr userDrawn="1"/>
        </p:nvSpPr>
        <p:spPr>
          <a:xfrm>
            <a:off x="6112000" y="3904837"/>
            <a:ext cx="3024000" cy="2337381"/>
          </a:xfrm>
          <a:prstGeom prst="rect">
            <a:avLst/>
          </a:prstGeom>
          <a:solidFill>
            <a:schemeClr val="accent1">
              <a:lumMod val="95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t" anchorCtr="0"/>
          <a:lstStyle>
            <a:defPPr>
              <a:defRPr lang="en-DK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da-DK">
              <a:solidFill>
                <a:schemeClr val="bg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335709F-112B-E5AF-6364-CD21A9F46271}"/>
              </a:ext>
            </a:extLst>
          </p:cNvPr>
          <p:cNvSpPr/>
          <p:nvPr userDrawn="1"/>
        </p:nvSpPr>
        <p:spPr>
          <a:xfrm>
            <a:off x="3056000" y="3904837"/>
            <a:ext cx="3024000" cy="2337381"/>
          </a:xfrm>
          <a:prstGeom prst="rect">
            <a:avLst/>
          </a:prstGeom>
          <a:solidFill>
            <a:schemeClr val="accent1">
              <a:lumMod val="95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t" anchorCtr="0"/>
          <a:lstStyle>
            <a:defPPr>
              <a:defRPr lang="en-DK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da-DK">
              <a:solidFill>
                <a:schemeClr val="bg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54115D6-1876-5CAD-74A0-A9E79EAB35EF}"/>
              </a:ext>
            </a:extLst>
          </p:cNvPr>
          <p:cNvSpPr/>
          <p:nvPr userDrawn="1"/>
        </p:nvSpPr>
        <p:spPr>
          <a:xfrm>
            <a:off x="0" y="1533313"/>
            <a:ext cx="3024000" cy="2337381"/>
          </a:xfrm>
          <a:prstGeom prst="rect">
            <a:avLst/>
          </a:prstGeom>
          <a:solidFill>
            <a:schemeClr val="accent1">
              <a:lumMod val="95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t" anchorCtr="0"/>
          <a:lstStyle>
            <a:defPPr>
              <a:defRPr lang="en-DK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da-DK">
              <a:solidFill>
                <a:schemeClr val="bg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9CA31C9-7F10-9AA8-CC48-7F360F157D7A}"/>
              </a:ext>
            </a:extLst>
          </p:cNvPr>
          <p:cNvSpPr/>
          <p:nvPr userDrawn="1"/>
        </p:nvSpPr>
        <p:spPr>
          <a:xfrm>
            <a:off x="6108412" y="1533313"/>
            <a:ext cx="3024000" cy="2337381"/>
          </a:xfrm>
          <a:prstGeom prst="rect">
            <a:avLst/>
          </a:prstGeom>
          <a:solidFill>
            <a:schemeClr val="accent1">
              <a:lumMod val="95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t" anchorCtr="0"/>
          <a:lstStyle>
            <a:defPPr>
              <a:defRPr lang="en-DK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da-DK">
              <a:solidFill>
                <a:schemeClr val="bg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469B6C6-4A7E-ECB6-2A20-3BC668A2F3F4}"/>
              </a:ext>
            </a:extLst>
          </p:cNvPr>
          <p:cNvSpPr/>
          <p:nvPr userDrawn="1"/>
        </p:nvSpPr>
        <p:spPr>
          <a:xfrm>
            <a:off x="3054206" y="1533313"/>
            <a:ext cx="3024000" cy="2337381"/>
          </a:xfrm>
          <a:prstGeom prst="rect">
            <a:avLst/>
          </a:prstGeom>
          <a:solidFill>
            <a:schemeClr val="accent1">
              <a:lumMod val="95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t" anchorCtr="0"/>
          <a:lstStyle>
            <a:defPPr>
              <a:defRPr lang="en-DK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da-DK">
              <a:solidFill>
                <a:schemeClr val="bg1"/>
              </a:solidFill>
            </a:endParaRPr>
          </a:p>
        </p:txBody>
      </p:sp>
      <p:sp>
        <p:nvSpPr>
          <p:cNvPr id="11" name="Picture Placeholder 27">
            <a:extLst>
              <a:ext uri="{FF2B5EF4-FFF2-40B4-BE49-F238E27FC236}">
                <a16:creationId xmlns:a16="http://schemas.microsoft.com/office/drawing/2014/main" id="{00D07C02-5C94-0792-2AA0-550E78EFECD5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206550" y="1753372"/>
            <a:ext cx="382588" cy="382587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DK"/>
              <a:t>Ikon</a:t>
            </a:r>
          </a:p>
        </p:txBody>
      </p:sp>
      <p:sp>
        <p:nvSpPr>
          <p:cNvPr id="15" name="Picture Placeholder 27">
            <a:extLst>
              <a:ext uri="{FF2B5EF4-FFF2-40B4-BE49-F238E27FC236}">
                <a16:creationId xmlns:a16="http://schemas.microsoft.com/office/drawing/2014/main" id="{D0535050-CBF2-F185-720F-C699C6D3E5D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256931" y="1753372"/>
            <a:ext cx="382588" cy="382587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DK"/>
              <a:t>Ikon</a:t>
            </a:r>
          </a:p>
        </p:txBody>
      </p:sp>
      <p:sp>
        <p:nvSpPr>
          <p:cNvPr id="16" name="Picture Placeholder 27">
            <a:extLst>
              <a:ext uri="{FF2B5EF4-FFF2-40B4-BE49-F238E27FC236}">
                <a16:creationId xmlns:a16="http://schemas.microsoft.com/office/drawing/2014/main" id="{308CB96D-343E-FF3D-85B2-818CB6CB2412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314456" y="1753372"/>
            <a:ext cx="382588" cy="382587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DK"/>
              <a:t>Ikon</a:t>
            </a:r>
          </a:p>
        </p:txBody>
      </p:sp>
      <p:sp>
        <p:nvSpPr>
          <p:cNvPr id="17" name="Picture Placeholder 27">
            <a:extLst>
              <a:ext uri="{FF2B5EF4-FFF2-40B4-BE49-F238E27FC236}">
                <a16:creationId xmlns:a16="http://schemas.microsoft.com/office/drawing/2014/main" id="{9C251A4F-B6B9-8CCB-1A99-6406788328AC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9379125" y="1753372"/>
            <a:ext cx="382588" cy="382587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DK"/>
              <a:t>Ikon</a:t>
            </a:r>
          </a:p>
        </p:txBody>
      </p:sp>
      <p:sp>
        <p:nvSpPr>
          <p:cNvPr id="18" name="Picture Placeholder 27">
            <a:extLst>
              <a:ext uri="{FF2B5EF4-FFF2-40B4-BE49-F238E27FC236}">
                <a16:creationId xmlns:a16="http://schemas.microsoft.com/office/drawing/2014/main" id="{7929B287-620D-43F2-01F8-79AE3AE614A3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206550" y="4117953"/>
            <a:ext cx="382588" cy="382587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DK"/>
              <a:t>Ikon</a:t>
            </a:r>
          </a:p>
        </p:txBody>
      </p:sp>
      <p:sp>
        <p:nvSpPr>
          <p:cNvPr id="19" name="Picture Placeholder 27">
            <a:extLst>
              <a:ext uri="{FF2B5EF4-FFF2-40B4-BE49-F238E27FC236}">
                <a16:creationId xmlns:a16="http://schemas.microsoft.com/office/drawing/2014/main" id="{D6A6C02D-B817-EB3C-C69E-D40EBE77A979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3256931" y="4117953"/>
            <a:ext cx="382588" cy="382587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DK"/>
              <a:t>Ikon</a:t>
            </a:r>
          </a:p>
        </p:txBody>
      </p:sp>
      <p:sp>
        <p:nvSpPr>
          <p:cNvPr id="20" name="Picture Placeholder 27">
            <a:extLst>
              <a:ext uri="{FF2B5EF4-FFF2-40B4-BE49-F238E27FC236}">
                <a16:creationId xmlns:a16="http://schemas.microsoft.com/office/drawing/2014/main" id="{3F5DDD69-7E7F-4F82-BFF3-E6C79BF89CF0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6314456" y="4117953"/>
            <a:ext cx="382588" cy="382587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DK"/>
              <a:t>Ikon</a:t>
            </a:r>
          </a:p>
        </p:txBody>
      </p:sp>
      <p:sp>
        <p:nvSpPr>
          <p:cNvPr id="21" name="Picture Placeholder 27">
            <a:extLst>
              <a:ext uri="{FF2B5EF4-FFF2-40B4-BE49-F238E27FC236}">
                <a16:creationId xmlns:a16="http://schemas.microsoft.com/office/drawing/2014/main" id="{04BEDC2B-076C-3BEB-815C-B1A98F5238CF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9379125" y="4117953"/>
            <a:ext cx="382588" cy="382587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DK"/>
              <a:t>Ikon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624A22E2-F4EE-4F42-89E7-67116ED4B75F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06550" y="4592338"/>
            <a:ext cx="2565400" cy="1306512"/>
          </a:xfrm>
          <a:prstGeom prst="rect">
            <a:avLst/>
          </a:prstGeom>
        </p:spPr>
        <p:txBody>
          <a:bodyPr/>
          <a:lstStyle>
            <a:lvl1pPr algn="l">
              <a:defRPr sz="1200"/>
            </a:lvl1pPr>
            <a:lvl2pPr algn="l">
              <a:defRPr sz="1200"/>
            </a:lvl2pPr>
            <a:lvl3pPr algn="l">
              <a:defRPr sz="1200"/>
            </a:lvl3pPr>
            <a:lvl4pPr algn="l">
              <a:defRPr sz="1200"/>
            </a:lvl4pPr>
            <a:lvl5pPr algn="l">
              <a:defRPr sz="1200"/>
            </a:lvl5pPr>
          </a:lstStyle>
          <a:p>
            <a:pPr lvl="0"/>
            <a:endParaRPr lang="en-DK"/>
          </a:p>
        </p:txBody>
      </p:sp>
      <p:sp>
        <p:nvSpPr>
          <p:cNvPr id="25" name="Text Placeholder 23">
            <a:extLst>
              <a:ext uri="{FF2B5EF4-FFF2-40B4-BE49-F238E27FC236}">
                <a16:creationId xmlns:a16="http://schemas.microsoft.com/office/drawing/2014/main" id="{5D5534D2-B8AD-7E88-2A35-6673CAC8747B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206550" y="2216338"/>
            <a:ext cx="2565400" cy="1306512"/>
          </a:xfrm>
          <a:prstGeom prst="rect">
            <a:avLst/>
          </a:prstGeom>
        </p:spPr>
        <p:txBody>
          <a:bodyPr/>
          <a:lstStyle>
            <a:lvl1pPr algn="l">
              <a:defRPr sz="1200"/>
            </a:lvl1pPr>
            <a:lvl2pPr algn="l">
              <a:defRPr sz="1200"/>
            </a:lvl2pPr>
            <a:lvl3pPr algn="l">
              <a:defRPr sz="1200"/>
            </a:lvl3pPr>
            <a:lvl4pPr algn="l">
              <a:defRPr sz="1200"/>
            </a:lvl4pPr>
            <a:lvl5pPr algn="l">
              <a:defRPr sz="1200"/>
            </a:lvl5pPr>
          </a:lstStyle>
          <a:p>
            <a:pPr lvl="0"/>
            <a:endParaRPr lang="en-DK"/>
          </a:p>
        </p:txBody>
      </p:sp>
      <p:sp>
        <p:nvSpPr>
          <p:cNvPr id="26" name="Text Placeholder 23">
            <a:extLst>
              <a:ext uri="{FF2B5EF4-FFF2-40B4-BE49-F238E27FC236}">
                <a16:creationId xmlns:a16="http://schemas.microsoft.com/office/drawing/2014/main" id="{86CD84AA-29E0-2BD5-EE97-4F348C4B474A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250951" y="4592338"/>
            <a:ext cx="2565400" cy="1306512"/>
          </a:xfrm>
          <a:prstGeom prst="rect">
            <a:avLst/>
          </a:prstGeom>
        </p:spPr>
        <p:txBody>
          <a:bodyPr/>
          <a:lstStyle>
            <a:lvl1pPr algn="l">
              <a:defRPr sz="1200"/>
            </a:lvl1pPr>
            <a:lvl2pPr algn="l">
              <a:defRPr sz="1200"/>
            </a:lvl2pPr>
            <a:lvl3pPr algn="l">
              <a:defRPr sz="1200"/>
            </a:lvl3pPr>
            <a:lvl4pPr algn="l">
              <a:defRPr sz="1200"/>
            </a:lvl4pPr>
            <a:lvl5pPr algn="l">
              <a:defRPr sz="1200"/>
            </a:lvl5pPr>
          </a:lstStyle>
          <a:p>
            <a:pPr lvl="0"/>
            <a:endParaRPr lang="en-DK"/>
          </a:p>
        </p:txBody>
      </p:sp>
      <p:sp>
        <p:nvSpPr>
          <p:cNvPr id="27" name="Text Placeholder 23">
            <a:extLst>
              <a:ext uri="{FF2B5EF4-FFF2-40B4-BE49-F238E27FC236}">
                <a16:creationId xmlns:a16="http://schemas.microsoft.com/office/drawing/2014/main" id="{27AF8464-DEC0-BF04-22B4-D5F93090E6D4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250951" y="2216338"/>
            <a:ext cx="2565400" cy="1306512"/>
          </a:xfrm>
          <a:prstGeom prst="rect">
            <a:avLst/>
          </a:prstGeom>
        </p:spPr>
        <p:txBody>
          <a:bodyPr/>
          <a:lstStyle>
            <a:lvl1pPr algn="l">
              <a:defRPr sz="1200"/>
            </a:lvl1pPr>
            <a:lvl2pPr algn="l">
              <a:defRPr sz="1200"/>
            </a:lvl2pPr>
            <a:lvl3pPr algn="l">
              <a:defRPr sz="1200"/>
            </a:lvl3pPr>
            <a:lvl4pPr algn="l">
              <a:defRPr sz="1200"/>
            </a:lvl4pPr>
            <a:lvl5pPr algn="l">
              <a:defRPr sz="1200"/>
            </a:lvl5pPr>
          </a:lstStyle>
          <a:p>
            <a:pPr lvl="0"/>
            <a:endParaRPr lang="en-DK"/>
          </a:p>
        </p:txBody>
      </p:sp>
      <p:sp>
        <p:nvSpPr>
          <p:cNvPr id="28" name="Text Placeholder 23">
            <a:extLst>
              <a:ext uri="{FF2B5EF4-FFF2-40B4-BE49-F238E27FC236}">
                <a16:creationId xmlns:a16="http://schemas.microsoft.com/office/drawing/2014/main" id="{A414306A-7F6B-84AB-096F-9313B31FFEC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318151" y="4592338"/>
            <a:ext cx="2565400" cy="1306512"/>
          </a:xfrm>
          <a:prstGeom prst="rect">
            <a:avLst/>
          </a:prstGeom>
        </p:spPr>
        <p:txBody>
          <a:bodyPr/>
          <a:lstStyle>
            <a:lvl1pPr algn="l">
              <a:defRPr sz="1200"/>
            </a:lvl1pPr>
            <a:lvl2pPr algn="l">
              <a:defRPr sz="1200"/>
            </a:lvl2pPr>
            <a:lvl3pPr algn="l">
              <a:defRPr sz="1200"/>
            </a:lvl3pPr>
            <a:lvl4pPr algn="l">
              <a:defRPr sz="1200"/>
            </a:lvl4pPr>
            <a:lvl5pPr algn="l">
              <a:defRPr sz="1200"/>
            </a:lvl5pPr>
          </a:lstStyle>
          <a:p>
            <a:pPr lvl="0"/>
            <a:endParaRPr lang="en-DK"/>
          </a:p>
        </p:txBody>
      </p:sp>
      <p:sp>
        <p:nvSpPr>
          <p:cNvPr id="29" name="Text Placeholder 23">
            <a:extLst>
              <a:ext uri="{FF2B5EF4-FFF2-40B4-BE49-F238E27FC236}">
                <a16:creationId xmlns:a16="http://schemas.microsoft.com/office/drawing/2014/main" id="{6C36D81D-180B-1C27-6214-E28CC8D37BF6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318151" y="2216338"/>
            <a:ext cx="2565400" cy="1306512"/>
          </a:xfrm>
          <a:prstGeom prst="rect">
            <a:avLst/>
          </a:prstGeom>
        </p:spPr>
        <p:txBody>
          <a:bodyPr/>
          <a:lstStyle>
            <a:lvl1pPr algn="l">
              <a:defRPr sz="1200"/>
            </a:lvl1pPr>
            <a:lvl2pPr algn="l">
              <a:defRPr sz="1200"/>
            </a:lvl2pPr>
            <a:lvl3pPr algn="l">
              <a:defRPr sz="1200"/>
            </a:lvl3pPr>
            <a:lvl4pPr algn="l">
              <a:defRPr sz="1200"/>
            </a:lvl4pPr>
            <a:lvl5pPr algn="l">
              <a:defRPr sz="1200"/>
            </a:lvl5pPr>
          </a:lstStyle>
          <a:p>
            <a:pPr lvl="0"/>
            <a:endParaRPr lang="en-DK"/>
          </a:p>
        </p:txBody>
      </p:sp>
      <p:sp>
        <p:nvSpPr>
          <p:cNvPr id="33" name="Text Placeholder 23">
            <a:extLst>
              <a:ext uri="{FF2B5EF4-FFF2-40B4-BE49-F238E27FC236}">
                <a16:creationId xmlns:a16="http://schemas.microsoft.com/office/drawing/2014/main" id="{6B6F87C8-3B39-FD13-788E-C957F761AD59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378151" y="4592338"/>
            <a:ext cx="2565400" cy="1306512"/>
          </a:xfrm>
          <a:prstGeom prst="rect">
            <a:avLst/>
          </a:prstGeom>
        </p:spPr>
        <p:txBody>
          <a:bodyPr/>
          <a:lstStyle>
            <a:lvl1pPr algn="l">
              <a:defRPr sz="1200"/>
            </a:lvl1pPr>
            <a:lvl2pPr algn="l">
              <a:defRPr sz="1200"/>
            </a:lvl2pPr>
            <a:lvl3pPr algn="l">
              <a:defRPr sz="1200"/>
            </a:lvl3pPr>
            <a:lvl4pPr algn="l">
              <a:defRPr sz="1200"/>
            </a:lvl4pPr>
            <a:lvl5pPr algn="l">
              <a:defRPr sz="1200"/>
            </a:lvl5pPr>
          </a:lstStyle>
          <a:p>
            <a:pPr lvl="0"/>
            <a:endParaRPr lang="en-DK"/>
          </a:p>
        </p:txBody>
      </p:sp>
      <p:sp>
        <p:nvSpPr>
          <p:cNvPr id="34" name="Text Placeholder 23">
            <a:extLst>
              <a:ext uri="{FF2B5EF4-FFF2-40B4-BE49-F238E27FC236}">
                <a16:creationId xmlns:a16="http://schemas.microsoft.com/office/drawing/2014/main" id="{294BC898-7BE2-A3DB-2C5E-B580EDCA022F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9378151" y="2216338"/>
            <a:ext cx="2565400" cy="1306512"/>
          </a:xfrm>
          <a:prstGeom prst="rect">
            <a:avLst/>
          </a:prstGeom>
        </p:spPr>
        <p:txBody>
          <a:bodyPr/>
          <a:lstStyle>
            <a:lvl1pPr algn="l">
              <a:defRPr sz="1200"/>
            </a:lvl1pPr>
            <a:lvl2pPr algn="l">
              <a:defRPr sz="1200"/>
            </a:lvl2pPr>
            <a:lvl3pPr algn="l">
              <a:defRPr sz="1200"/>
            </a:lvl3pPr>
            <a:lvl4pPr algn="l">
              <a:defRPr sz="1200"/>
            </a:lvl4pPr>
            <a:lvl5pPr algn="l">
              <a:defRPr sz="1200"/>
            </a:lvl5pPr>
          </a:lstStyle>
          <a:p>
            <a:pPr lvl="0"/>
            <a:endParaRPr lang="en-DK"/>
          </a:p>
        </p:txBody>
      </p:sp>
      <p:sp>
        <p:nvSpPr>
          <p:cNvPr id="35" name="Background">
            <a:extLst>
              <a:ext uri="{FF2B5EF4-FFF2-40B4-BE49-F238E27FC236}">
                <a16:creationId xmlns:a16="http://schemas.microsoft.com/office/drawing/2014/main" id="{DE25C78A-6C8A-8250-BAE3-98368738C0A7}"/>
              </a:ext>
            </a:extLst>
          </p:cNvPr>
          <p:cNvSpPr/>
          <p:nvPr userDrawn="1"/>
        </p:nvSpPr>
        <p:spPr>
          <a:xfrm flipV="1">
            <a:off x="0" y="6210000"/>
            <a:ext cx="12193200" cy="648000"/>
          </a:xfrm>
          <a:prstGeom prst="rect">
            <a:avLst/>
          </a:prstGeom>
          <a:solidFill>
            <a:srgbClr val="FFF38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DK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da-DK" sz="2000" noProof="0" err="1">
              <a:solidFill>
                <a:srgbClr val="FFF387"/>
              </a:solidFill>
            </a:endParaRPr>
          </a:p>
        </p:txBody>
      </p:sp>
      <p:pic>
        <p:nvPicPr>
          <p:cNvPr id="36" name="image" descr="{&quot;templafy&quot;:{&quot;id&quot;:&quot;3551f1e9-9069-42f6-85aa-b3ac8f9b2e31&quot;}}">
            <a:extLst>
              <a:ext uri="{FF2B5EF4-FFF2-40B4-BE49-F238E27FC236}">
                <a16:creationId xmlns:a16="http://schemas.microsoft.com/office/drawing/2014/main" id="{89F041DB-D4AD-4960-71F7-7659CF7ED4C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85358" y="6419983"/>
            <a:ext cx="873615" cy="194400"/>
          </a:xfrm>
          <a:prstGeom prst="rect">
            <a:avLst/>
          </a:prstGeom>
        </p:spPr>
      </p:pic>
      <p:pic>
        <p:nvPicPr>
          <p:cNvPr id="37" name="image" descr="{&quot;templafy&quot;:{&quot;id&quot;:&quot;eaa95143-2fdd-4bd0-abc1-3b2c2af60b1c&quot;}}">
            <a:extLst>
              <a:ext uri="{FF2B5EF4-FFF2-40B4-BE49-F238E27FC236}">
                <a16:creationId xmlns:a16="http://schemas.microsoft.com/office/drawing/2014/main" id="{B1DBCEDC-6746-941F-8293-3BA9C973787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06365" y="6210000"/>
            <a:ext cx="4521394" cy="486000"/>
          </a:xfrm>
          <a:prstGeom prst="rect">
            <a:avLst/>
          </a:prstGeom>
        </p:spPr>
      </p:pic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78EFCDEE-4B68-C15B-AEB7-BE8E5989C3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356766"/>
            <a:ext cx="11571491" cy="82664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63082565"/>
      </p:ext>
    </p:extLst>
  </p:cSld>
  <p:clrMapOvr>
    <a:masterClrMapping/>
  </p:clrMapOvr>
  <p:transition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3">
            <a:extLst>
              <a:ext uri="{FF2B5EF4-FFF2-40B4-BE49-F238E27FC236}">
                <a16:creationId xmlns:a16="http://schemas.microsoft.com/office/drawing/2014/main" id="{5D5534D2-B8AD-7E88-2A35-6673CAC8747B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376154" y="4167975"/>
            <a:ext cx="1605048" cy="1306512"/>
          </a:xfrm>
          <a:prstGeom prst="rect">
            <a:avLst/>
          </a:prstGeom>
        </p:spPr>
        <p:txBody>
          <a:bodyPr/>
          <a:lstStyle>
            <a:lvl1pPr algn="ctr">
              <a:defRPr sz="1200"/>
            </a:lvl1pPr>
            <a:lvl2pPr algn="l">
              <a:defRPr sz="1200"/>
            </a:lvl2pPr>
            <a:lvl3pPr algn="l">
              <a:defRPr sz="1200"/>
            </a:lvl3pPr>
            <a:lvl4pPr algn="l">
              <a:defRPr sz="1200"/>
            </a:lvl4pPr>
            <a:lvl5pPr algn="l">
              <a:defRPr sz="1200"/>
            </a:lvl5pPr>
          </a:lstStyle>
          <a:p>
            <a:pPr lvl="0"/>
            <a:endParaRPr lang="en-DK" dirty="0"/>
          </a:p>
        </p:txBody>
      </p:sp>
      <p:sp>
        <p:nvSpPr>
          <p:cNvPr id="35" name="Background">
            <a:extLst>
              <a:ext uri="{FF2B5EF4-FFF2-40B4-BE49-F238E27FC236}">
                <a16:creationId xmlns:a16="http://schemas.microsoft.com/office/drawing/2014/main" id="{DE25C78A-6C8A-8250-BAE3-98368738C0A7}"/>
              </a:ext>
            </a:extLst>
          </p:cNvPr>
          <p:cNvSpPr/>
          <p:nvPr userDrawn="1"/>
        </p:nvSpPr>
        <p:spPr>
          <a:xfrm flipV="1">
            <a:off x="0" y="6210000"/>
            <a:ext cx="12193200" cy="648000"/>
          </a:xfrm>
          <a:prstGeom prst="rect">
            <a:avLst/>
          </a:prstGeom>
          <a:solidFill>
            <a:srgbClr val="FFF38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DK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da-DK" sz="2000" noProof="0" err="1">
              <a:solidFill>
                <a:srgbClr val="FFF387"/>
              </a:solidFill>
            </a:endParaRPr>
          </a:p>
        </p:txBody>
      </p:sp>
      <p:pic>
        <p:nvPicPr>
          <p:cNvPr id="36" name="image" descr="{&quot;templafy&quot;:{&quot;id&quot;:&quot;3551f1e9-9069-42f6-85aa-b3ac8f9b2e31&quot;}}">
            <a:extLst>
              <a:ext uri="{FF2B5EF4-FFF2-40B4-BE49-F238E27FC236}">
                <a16:creationId xmlns:a16="http://schemas.microsoft.com/office/drawing/2014/main" id="{89F041DB-D4AD-4960-71F7-7659CF7ED4C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85358" y="6419983"/>
            <a:ext cx="873615" cy="194400"/>
          </a:xfrm>
          <a:prstGeom prst="rect">
            <a:avLst/>
          </a:prstGeom>
        </p:spPr>
      </p:pic>
      <p:pic>
        <p:nvPicPr>
          <p:cNvPr id="37" name="image" descr="{&quot;templafy&quot;:{&quot;id&quot;:&quot;eaa95143-2fdd-4bd0-abc1-3b2c2af60b1c&quot;}}">
            <a:extLst>
              <a:ext uri="{FF2B5EF4-FFF2-40B4-BE49-F238E27FC236}">
                <a16:creationId xmlns:a16="http://schemas.microsoft.com/office/drawing/2014/main" id="{B1DBCEDC-6746-941F-8293-3BA9C973787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06365" y="6210000"/>
            <a:ext cx="4521394" cy="486000"/>
          </a:xfrm>
          <a:prstGeom prst="rect">
            <a:avLst/>
          </a:prstGeom>
        </p:spPr>
      </p:pic>
      <p:sp>
        <p:nvSpPr>
          <p:cNvPr id="12" name="Content Placeholder 5">
            <a:extLst>
              <a:ext uri="{FF2B5EF4-FFF2-40B4-BE49-F238E27FC236}">
                <a16:creationId xmlns:a16="http://schemas.microsoft.com/office/drawing/2014/main" id="{36374C65-D031-C740-7952-3A084FD5DBF1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376153" y="1752600"/>
            <a:ext cx="1605048" cy="2297213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</a:lstStyle>
          <a:p>
            <a:pPr lvl="0"/>
            <a:r>
              <a:rPr lang="en-GB" err="1"/>
              <a:t>Infografik</a:t>
            </a:r>
            <a:endParaRPr lang="en-GB"/>
          </a:p>
        </p:txBody>
      </p:sp>
      <p:sp>
        <p:nvSpPr>
          <p:cNvPr id="13" name="Content Placeholder 5">
            <a:extLst>
              <a:ext uri="{FF2B5EF4-FFF2-40B4-BE49-F238E27FC236}">
                <a16:creationId xmlns:a16="http://schemas.microsoft.com/office/drawing/2014/main" id="{AD6AA562-D496-7F3C-F332-E1E1F294340F}"/>
              </a:ext>
            </a:extLst>
          </p:cNvPr>
          <p:cNvSpPr>
            <a:spLocks noGrp="1"/>
          </p:cNvSpPr>
          <p:nvPr>
            <p:ph sz="quarter" idx="31" hasCustomPrompt="1"/>
          </p:nvPr>
        </p:nvSpPr>
        <p:spPr>
          <a:xfrm>
            <a:off x="2315020" y="1752600"/>
            <a:ext cx="1605048" cy="2297213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</a:lstStyle>
          <a:p>
            <a:pPr lvl="0"/>
            <a:r>
              <a:rPr lang="en-GB" err="1"/>
              <a:t>Infografik</a:t>
            </a:r>
            <a:endParaRPr lang="en-GB"/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FDFED2C1-A308-16DE-DC94-29175EF309F1}"/>
              </a:ext>
            </a:extLst>
          </p:cNvPr>
          <p:cNvSpPr>
            <a:spLocks noGrp="1"/>
          </p:cNvSpPr>
          <p:nvPr>
            <p:ph sz="quarter" idx="32" hasCustomPrompt="1"/>
          </p:nvPr>
        </p:nvSpPr>
        <p:spPr>
          <a:xfrm>
            <a:off x="4253887" y="1752600"/>
            <a:ext cx="1605048" cy="2297213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</a:lstStyle>
          <a:p>
            <a:pPr lvl="0"/>
            <a:r>
              <a:rPr lang="en-GB" err="1"/>
              <a:t>Infografik</a:t>
            </a:r>
            <a:endParaRPr lang="en-GB"/>
          </a:p>
        </p:txBody>
      </p:sp>
      <p:sp>
        <p:nvSpPr>
          <p:cNvPr id="22" name="Content Placeholder 5">
            <a:extLst>
              <a:ext uri="{FF2B5EF4-FFF2-40B4-BE49-F238E27FC236}">
                <a16:creationId xmlns:a16="http://schemas.microsoft.com/office/drawing/2014/main" id="{3A47705D-2BE4-3587-82E0-79132DBEAF7F}"/>
              </a:ext>
            </a:extLst>
          </p:cNvPr>
          <p:cNvSpPr>
            <a:spLocks noGrp="1"/>
          </p:cNvSpPr>
          <p:nvPr>
            <p:ph sz="quarter" idx="33" hasCustomPrompt="1"/>
          </p:nvPr>
        </p:nvSpPr>
        <p:spPr>
          <a:xfrm>
            <a:off x="6192754" y="1752600"/>
            <a:ext cx="1605048" cy="2297213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</a:lstStyle>
          <a:p>
            <a:pPr lvl="0"/>
            <a:r>
              <a:rPr lang="en-GB" err="1"/>
              <a:t>Infografik</a:t>
            </a:r>
            <a:endParaRPr lang="en-GB"/>
          </a:p>
        </p:txBody>
      </p:sp>
      <p:sp>
        <p:nvSpPr>
          <p:cNvPr id="23" name="Content Placeholder 5">
            <a:extLst>
              <a:ext uri="{FF2B5EF4-FFF2-40B4-BE49-F238E27FC236}">
                <a16:creationId xmlns:a16="http://schemas.microsoft.com/office/drawing/2014/main" id="{C34EED73-762C-5400-F07C-2F23D9EDFF84}"/>
              </a:ext>
            </a:extLst>
          </p:cNvPr>
          <p:cNvSpPr>
            <a:spLocks noGrp="1"/>
          </p:cNvSpPr>
          <p:nvPr>
            <p:ph sz="quarter" idx="34" hasCustomPrompt="1"/>
          </p:nvPr>
        </p:nvSpPr>
        <p:spPr>
          <a:xfrm>
            <a:off x="8131621" y="1752600"/>
            <a:ext cx="1605048" cy="2297213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</a:lstStyle>
          <a:p>
            <a:pPr lvl="0"/>
            <a:r>
              <a:rPr lang="en-GB" err="1"/>
              <a:t>Infografik</a:t>
            </a:r>
            <a:endParaRPr lang="en-GB"/>
          </a:p>
        </p:txBody>
      </p:sp>
      <p:sp>
        <p:nvSpPr>
          <p:cNvPr id="30" name="Content Placeholder 5">
            <a:extLst>
              <a:ext uri="{FF2B5EF4-FFF2-40B4-BE49-F238E27FC236}">
                <a16:creationId xmlns:a16="http://schemas.microsoft.com/office/drawing/2014/main" id="{153BA32B-0A70-F699-D0AA-27BF317525DB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10070486" y="1752600"/>
            <a:ext cx="1605048" cy="2297213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</a:lstStyle>
          <a:p>
            <a:pPr lvl="0"/>
            <a:r>
              <a:rPr lang="en-GB" err="1"/>
              <a:t>Infografik</a:t>
            </a:r>
            <a:endParaRPr lang="en-GB"/>
          </a:p>
        </p:txBody>
      </p:sp>
      <p:sp>
        <p:nvSpPr>
          <p:cNvPr id="31" name="Text Placeholder 23">
            <a:extLst>
              <a:ext uri="{FF2B5EF4-FFF2-40B4-BE49-F238E27FC236}">
                <a16:creationId xmlns:a16="http://schemas.microsoft.com/office/drawing/2014/main" id="{FD303A6B-CF4D-0059-9A59-64A824EB3DB2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2315021" y="4167975"/>
            <a:ext cx="1605048" cy="1306512"/>
          </a:xfrm>
          <a:prstGeom prst="rect">
            <a:avLst/>
          </a:prstGeom>
        </p:spPr>
        <p:txBody>
          <a:bodyPr/>
          <a:lstStyle>
            <a:lvl1pPr algn="ctr">
              <a:defRPr sz="1200"/>
            </a:lvl1pPr>
            <a:lvl2pPr algn="l">
              <a:defRPr sz="1200"/>
            </a:lvl2pPr>
            <a:lvl3pPr algn="l">
              <a:defRPr sz="1200"/>
            </a:lvl3pPr>
            <a:lvl4pPr algn="l">
              <a:defRPr sz="1200"/>
            </a:lvl4pPr>
            <a:lvl5pPr algn="l">
              <a:defRPr sz="1200"/>
            </a:lvl5pPr>
          </a:lstStyle>
          <a:p>
            <a:pPr lvl="0"/>
            <a:endParaRPr lang="en-DK" dirty="0"/>
          </a:p>
        </p:txBody>
      </p:sp>
      <p:sp>
        <p:nvSpPr>
          <p:cNvPr id="32" name="Text Placeholder 23">
            <a:extLst>
              <a:ext uri="{FF2B5EF4-FFF2-40B4-BE49-F238E27FC236}">
                <a16:creationId xmlns:a16="http://schemas.microsoft.com/office/drawing/2014/main" id="{F0D3B984-F22B-C60A-CFB6-3D48969E1B9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4253887" y="4167975"/>
            <a:ext cx="1605048" cy="1306512"/>
          </a:xfrm>
          <a:prstGeom prst="rect">
            <a:avLst/>
          </a:prstGeom>
        </p:spPr>
        <p:txBody>
          <a:bodyPr/>
          <a:lstStyle>
            <a:lvl1pPr algn="ctr">
              <a:defRPr sz="1200"/>
            </a:lvl1pPr>
            <a:lvl2pPr algn="l">
              <a:defRPr sz="1200"/>
            </a:lvl2pPr>
            <a:lvl3pPr algn="l">
              <a:defRPr sz="1200"/>
            </a:lvl3pPr>
            <a:lvl4pPr algn="l">
              <a:defRPr sz="1200"/>
            </a:lvl4pPr>
            <a:lvl5pPr algn="l">
              <a:defRPr sz="1200"/>
            </a:lvl5pPr>
          </a:lstStyle>
          <a:p>
            <a:pPr lvl="0"/>
            <a:endParaRPr lang="en-DK" dirty="0"/>
          </a:p>
        </p:txBody>
      </p:sp>
      <p:sp>
        <p:nvSpPr>
          <p:cNvPr id="38" name="Text Placeholder 23">
            <a:extLst>
              <a:ext uri="{FF2B5EF4-FFF2-40B4-BE49-F238E27FC236}">
                <a16:creationId xmlns:a16="http://schemas.microsoft.com/office/drawing/2014/main" id="{75EA5C3B-4018-2116-A66B-AF553E284BC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192754" y="4167975"/>
            <a:ext cx="1605048" cy="1306512"/>
          </a:xfrm>
          <a:prstGeom prst="rect">
            <a:avLst/>
          </a:prstGeom>
        </p:spPr>
        <p:txBody>
          <a:bodyPr/>
          <a:lstStyle>
            <a:lvl1pPr algn="ctr">
              <a:defRPr sz="1200"/>
            </a:lvl1pPr>
            <a:lvl2pPr algn="l">
              <a:defRPr sz="1200"/>
            </a:lvl2pPr>
            <a:lvl3pPr algn="l">
              <a:defRPr sz="1200"/>
            </a:lvl3pPr>
            <a:lvl4pPr algn="l">
              <a:defRPr sz="1200"/>
            </a:lvl4pPr>
            <a:lvl5pPr algn="l">
              <a:defRPr sz="1200"/>
            </a:lvl5pPr>
          </a:lstStyle>
          <a:p>
            <a:pPr lvl="0"/>
            <a:endParaRPr lang="en-DK" dirty="0"/>
          </a:p>
        </p:txBody>
      </p:sp>
      <p:sp>
        <p:nvSpPr>
          <p:cNvPr id="39" name="Text Placeholder 23">
            <a:extLst>
              <a:ext uri="{FF2B5EF4-FFF2-40B4-BE49-F238E27FC236}">
                <a16:creationId xmlns:a16="http://schemas.microsoft.com/office/drawing/2014/main" id="{833396B2-F2B5-96B2-79B2-FE3604842D9C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131621" y="4167975"/>
            <a:ext cx="1605048" cy="1306512"/>
          </a:xfrm>
          <a:prstGeom prst="rect">
            <a:avLst/>
          </a:prstGeom>
        </p:spPr>
        <p:txBody>
          <a:bodyPr/>
          <a:lstStyle>
            <a:lvl1pPr algn="ctr">
              <a:defRPr sz="1200"/>
            </a:lvl1pPr>
            <a:lvl2pPr algn="l">
              <a:defRPr sz="1200"/>
            </a:lvl2pPr>
            <a:lvl3pPr algn="l">
              <a:defRPr sz="1200"/>
            </a:lvl3pPr>
            <a:lvl4pPr algn="l">
              <a:defRPr sz="1200"/>
            </a:lvl4pPr>
            <a:lvl5pPr algn="l">
              <a:defRPr sz="1200"/>
            </a:lvl5pPr>
          </a:lstStyle>
          <a:p>
            <a:pPr lvl="0"/>
            <a:endParaRPr lang="en-DK" dirty="0"/>
          </a:p>
        </p:txBody>
      </p:sp>
      <p:sp>
        <p:nvSpPr>
          <p:cNvPr id="40" name="Text Placeholder 23">
            <a:extLst>
              <a:ext uri="{FF2B5EF4-FFF2-40B4-BE49-F238E27FC236}">
                <a16:creationId xmlns:a16="http://schemas.microsoft.com/office/drawing/2014/main" id="{A469FD8C-4830-B7DC-C0C4-26CBC42360D7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10070487" y="4167975"/>
            <a:ext cx="1605048" cy="1306512"/>
          </a:xfrm>
          <a:prstGeom prst="rect">
            <a:avLst/>
          </a:prstGeom>
        </p:spPr>
        <p:txBody>
          <a:bodyPr/>
          <a:lstStyle>
            <a:lvl1pPr algn="ctr">
              <a:defRPr sz="1200"/>
            </a:lvl1pPr>
            <a:lvl2pPr algn="l">
              <a:defRPr sz="1200"/>
            </a:lvl2pPr>
            <a:lvl3pPr algn="l">
              <a:defRPr sz="1200"/>
            </a:lvl3pPr>
            <a:lvl4pPr algn="l">
              <a:defRPr sz="1200"/>
            </a:lvl4pPr>
            <a:lvl5pPr algn="l">
              <a:defRPr sz="1200"/>
            </a:lvl5pPr>
          </a:lstStyle>
          <a:p>
            <a:pPr lvl="0"/>
            <a:endParaRPr lang="en-DK" dirty="0"/>
          </a:p>
        </p:txBody>
      </p:sp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65CFAB77-6A16-B314-7AEE-F4B9F96CFA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000" y="356766"/>
            <a:ext cx="11387534" cy="82664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46541999"/>
      </p:ext>
    </p:extLst>
  </p:cSld>
  <p:clrMapOvr>
    <a:masterClrMapping/>
  </p:clrMapOvr>
  <p:transition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algn="r"/>
            <a:fld id="{00000000-1234-1234-1234-123412341234}" type="slidenum">
              <a:rPr lang="da-DK" smtClean="0"/>
              <a:pPr algn="r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10308764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rside G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ackground"/>
          <p:cNvSpPr/>
          <p:nvPr userDrawn="1"/>
        </p:nvSpPr>
        <p:spPr>
          <a:xfrm>
            <a:off x="0" y="0"/>
            <a:ext cx="12193200" cy="6210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da-DK" sz="2000" noProof="0" err="1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66702" y="166687"/>
            <a:ext cx="11633198" cy="2717241"/>
          </a:xfrm>
        </p:spPr>
        <p:txBody>
          <a:bodyPr anchor="t"/>
          <a:lstStyle>
            <a:lvl1pPr algn="l">
              <a:defRPr sz="7000">
                <a:solidFill>
                  <a:schemeClr val="tx1"/>
                </a:solidFill>
              </a:defRPr>
            </a:lvl1pPr>
          </a:lstStyle>
          <a:p>
            <a:r>
              <a:rPr lang="da-DK"/>
              <a:t>Klik for at tilføje titel</a:t>
            </a:r>
          </a:p>
        </p:txBody>
      </p:sp>
      <p:sp>
        <p:nvSpPr>
          <p:cNvPr id="6" name="Slide Number Placeholder 5" hidden="1"/>
          <p:cNvSpPr>
            <a:spLocks noGrp="1"/>
          </p:cNvSpPr>
          <p:nvPr>
            <p:ph type="sldNum" sz="quarter" idx="12"/>
          </p:nvPr>
        </p:nvSpPr>
        <p:spPr>
          <a:xfrm flipH="1">
            <a:off x="0" y="6847200"/>
            <a:ext cx="0" cy="0"/>
          </a:xfrm>
        </p:spPr>
        <p:txBody>
          <a:bodyPr/>
          <a:lstStyle>
            <a:lvl1pPr>
              <a:defRPr sz="100">
                <a:solidFill>
                  <a:schemeClr val="tx1"/>
                </a:solidFill>
              </a:defRPr>
            </a:lvl1pPr>
          </a:lstStyle>
          <a:p>
            <a:r>
              <a:rPr lang="da-DK"/>
              <a:t>.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341CC8B5-6021-48EA-94A7-DC422762C026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263525" y="4265835"/>
            <a:ext cx="2089150" cy="347299"/>
          </a:xfrm>
        </p:spPr>
        <p:txBody>
          <a:bodyPr lIns="0" tIns="0" rIns="0" bIns="0"/>
          <a:lstStyle>
            <a:lvl1pPr>
              <a:defRPr sz="2000">
                <a:solidFill>
                  <a:schemeClr val="tx1"/>
                </a:solidFill>
              </a:defRPr>
            </a:lvl1pPr>
          </a:lstStyle>
          <a:p>
            <a:fld id="{4EE0EEF9-BAD4-4387-B3AC-9FAEABA23AC0}" type="datetime3">
              <a:rPr lang="da-DK" smtClean="0"/>
              <a:t>24.09.2026</a:t>
            </a:fld>
            <a:endParaRPr lang="da-D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7970D64-CAB2-4377-BBE4-BF3F1E16957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63525" y="3067050"/>
            <a:ext cx="11633198" cy="361950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da-DK"/>
              <a:t>Indsæt navn, titel og afdeling</a:t>
            </a:r>
          </a:p>
        </p:txBody>
      </p:sp>
    </p:spTree>
    <p:extLst>
      <p:ext uri="{BB962C8B-B14F-4D97-AF65-F5344CB8AC3E}">
        <p14:creationId xmlns:p14="http://schemas.microsoft.com/office/powerpoint/2010/main" val="2568761660"/>
      </p:ext>
    </p:extLst>
  </p:cSld>
  <p:clrMapOvr>
    <a:masterClrMapping/>
  </p:clrMapOvr>
  <p:transition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rside Hv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ackground"/>
          <p:cNvSpPr/>
          <p:nvPr userDrawn="1"/>
        </p:nvSpPr>
        <p:spPr>
          <a:xfrm flipV="1">
            <a:off x="0" y="6210000"/>
            <a:ext cx="12193200" cy="64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da-DK" sz="2000" noProof="0" err="1">
              <a:solidFill>
                <a:schemeClr val="tx1"/>
              </a:solidFill>
            </a:endParaRPr>
          </a:p>
        </p:txBody>
      </p:sp>
      <p:sp>
        <p:nvSpPr>
          <p:cNvPr id="6" name="Slide Number Placeholder 5" hidden="1"/>
          <p:cNvSpPr>
            <a:spLocks noGrp="1"/>
          </p:cNvSpPr>
          <p:nvPr>
            <p:ph type="sldNum" sz="quarter" idx="12"/>
          </p:nvPr>
        </p:nvSpPr>
        <p:spPr>
          <a:xfrm flipH="1">
            <a:off x="0" y="6847200"/>
            <a:ext cx="0" cy="0"/>
          </a:xfrm>
        </p:spPr>
        <p:txBody>
          <a:bodyPr/>
          <a:lstStyle>
            <a:lvl1pPr>
              <a:defRPr sz="100">
                <a:solidFill>
                  <a:schemeClr val="tx1"/>
                </a:solidFill>
              </a:defRPr>
            </a:lvl1pPr>
          </a:lstStyle>
          <a:p>
            <a:r>
              <a:rPr lang="da-DK"/>
              <a:t>.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68027D26-F3F7-4988-855F-0F502F5993D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66702" y="166687"/>
            <a:ext cx="11633198" cy="2717241"/>
          </a:xfrm>
        </p:spPr>
        <p:txBody>
          <a:bodyPr anchor="t"/>
          <a:lstStyle>
            <a:lvl1pPr algn="l">
              <a:defRPr sz="7000">
                <a:solidFill>
                  <a:schemeClr val="tx1"/>
                </a:solidFill>
              </a:defRPr>
            </a:lvl1pPr>
          </a:lstStyle>
          <a:p>
            <a:r>
              <a:rPr lang="da-DK"/>
              <a:t>Klik for at tilføje titel</a:t>
            </a:r>
          </a:p>
        </p:txBody>
      </p:sp>
      <p:sp>
        <p:nvSpPr>
          <p:cNvPr id="12" name="Date Placeholder 7">
            <a:extLst>
              <a:ext uri="{FF2B5EF4-FFF2-40B4-BE49-F238E27FC236}">
                <a16:creationId xmlns:a16="http://schemas.microsoft.com/office/drawing/2014/main" id="{6AF3DE80-6B65-463B-943D-1E72AAF4227C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263525" y="4265835"/>
            <a:ext cx="2089150" cy="347299"/>
          </a:xfrm>
        </p:spPr>
        <p:txBody>
          <a:bodyPr lIns="0" tIns="0" rIns="0" bIns="0"/>
          <a:lstStyle>
            <a:lvl1pPr>
              <a:defRPr sz="2000">
                <a:solidFill>
                  <a:schemeClr val="tx1"/>
                </a:solidFill>
              </a:defRPr>
            </a:lvl1pPr>
          </a:lstStyle>
          <a:p>
            <a:fld id="{4EE0EEF9-BAD4-4387-B3AC-9FAEABA23AC0}" type="datetime3">
              <a:rPr lang="da-DK" smtClean="0"/>
              <a:t>24.09.2026</a:t>
            </a:fld>
            <a:endParaRPr lang="da-DK"/>
          </a:p>
        </p:txBody>
      </p:sp>
      <p:pic>
        <p:nvPicPr>
          <p:cNvPr id="1247483386" name="image" descr="{&quot;templafy&quot;:{&quot;id&quot;:&quot;3551f1e9-9069-42f6-85aa-b3ac8f9b2e31&quot;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358" y="6419983"/>
            <a:ext cx="873615" cy="194400"/>
          </a:xfrm>
          <a:prstGeom prst="rect">
            <a:avLst/>
          </a:prstGeom>
        </p:spPr>
      </p:pic>
      <p:pic>
        <p:nvPicPr>
          <p:cNvPr id="2017739879" name="image" descr="{&quot;templafy&quot;:{&quot;id&quot;:&quot;eaa95143-2fdd-4bd0-abc1-3b2c2af60b1c&quot;}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6365" y="6210000"/>
            <a:ext cx="4521394" cy="486000"/>
          </a:xfrm>
          <a:prstGeom prst="rect">
            <a:avLst/>
          </a:prstGeom>
        </p:spPr>
      </p:pic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291C62D-3F94-43C6-8CAB-B792F769A1B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63525" y="3067050"/>
            <a:ext cx="11633198" cy="361950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da-DK"/>
              <a:t>Indsæt navn, titel og afdeling</a:t>
            </a:r>
          </a:p>
        </p:txBody>
      </p:sp>
    </p:spTree>
    <p:extLst>
      <p:ext uri="{BB962C8B-B14F-4D97-AF65-F5344CB8AC3E}">
        <p14:creationId xmlns:p14="http://schemas.microsoft.com/office/powerpoint/2010/main" val="2063964480"/>
      </p:ext>
    </p:extLst>
  </p:cSld>
  <p:clrMapOvr>
    <a:masterClrMapping/>
  </p:clrMapOvr>
  <p:transition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rside Gul m. bille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ackground"/>
          <p:cNvSpPr/>
          <p:nvPr userDrawn="1"/>
        </p:nvSpPr>
        <p:spPr>
          <a:xfrm>
            <a:off x="-1" y="0"/>
            <a:ext cx="7197749" cy="6210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da-DK" sz="2000" noProof="0" err="1">
              <a:solidFill>
                <a:schemeClr val="tx1"/>
              </a:solidFill>
            </a:endParaRP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BB9D4F55-78DF-4212-9619-8E68C5588F5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197749" y="0"/>
            <a:ext cx="4994251" cy="6210000"/>
          </a:xfrm>
        </p:spPr>
        <p:txBody>
          <a:bodyPr tIns="72000"/>
          <a:lstStyle>
            <a:lvl1pPr marL="0" indent="0" algn="ctr">
              <a:buNone/>
              <a:defRPr sz="1400"/>
            </a:lvl1pPr>
          </a:lstStyle>
          <a:p>
            <a:r>
              <a:rPr lang="da-DK"/>
              <a:t>Klik på ikonet for at tilføje et billede</a:t>
            </a:r>
          </a:p>
        </p:txBody>
      </p:sp>
      <p:sp>
        <p:nvSpPr>
          <p:cNvPr id="6" name="Slide Number Placeholder 5" hidden="1"/>
          <p:cNvSpPr>
            <a:spLocks noGrp="1"/>
          </p:cNvSpPr>
          <p:nvPr>
            <p:ph type="sldNum" sz="quarter" idx="12"/>
          </p:nvPr>
        </p:nvSpPr>
        <p:spPr>
          <a:xfrm flipH="1">
            <a:off x="0" y="6847200"/>
            <a:ext cx="0" cy="0"/>
          </a:xfrm>
        </p:spPr>
        <p:txBody>
          <a:bodyPr/>
          <a:lstStyle>
            <a:lvl1pPr>
              <a:defRPr sz="100">
                <a:solidFill>
                  <a:schemeClr val="tx1"/>
                </a:solidFill>
              </a:defRPr>
            </a:lvl1pPr>
          </a:lstStyle>
          <a:p>
            <a:r>
              <a:rPr lang="da-DK"/>
              <a:t>.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E125CE80-2CC4-453F-9E5D-D1CF0859E35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66702" y="166687"/>
            <a:ext cx="5829298" cy="2717241"/>
          </a:xfrm>
        </p:spPr>
        <p:txBody>
          <a:bodyPr anchor="t"/>
          <a:lstStyle>
            <a:lvl1pPr algn="l">
              <a:defRPr sz="7000">
                <a:solidFill>
                  <a:schemeClr val="tx1"/>
                </a:solidFill>
              </a:defRPr>
            </a:lvl1pPr>
          </a:lstStyle>
          <a:p>
            <a:r>
              <a:rPr lang="da-DK"/>
              <a:t>Klik for at tilføje titel</a:t>
            </a:r>
          </a:p>
        </p:txBody>
      </p:sp>
      <p:sp>
        <p:nvSpPr>
          <p:cNvPr id="15" name="Date Placeholder 7">
            <a:extLst>
              <a:ext uri="{FF2B5EF4-FFF2-40B4-BE49-F238E27FC236}">
                <a16:creationId xmlns:a16="http://schemas.microsoft.com/office/drawing/2014/main" id="{37581D82-3815-457C-92E8-06D7A637843E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263525" y="4265835"/>
            <a:ext cx="2089150" cy="347299"/>
          </a:xfrm>
        </p:spPr>
        <p:txBody>
          <a:bodyPr lIns="0" tIns="0" rIns="0" bIns="0"/>
          <a:lstStyle>
            <a:lvl1pPr>
              <a:defRPr sz="2000">
                <a:solidFill>
                  <a:schemeClr val="tx1"/>
                </a:solidFill>
              </a:defRPr>
            </a:lvl1pPr>
          </a:lstStyle>
          <a:p>
            <a:fld id="{4EE0EEF9-BAD4-4387-B3AC-9FAEABA23AC0}" type="datetime3">
              <a:rPr lang="da-DK" smtClean="0"/>
              <a:t>24.09.2026</a:t>
            </a:fld>
            <a:endParaRPr lang="da-DK"/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5AC4AA6-D2C8-4A8C-8428-39A60869DFC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63525" y="3067050"/>
            <a:ext cx="5829298" cy="361950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da-DK"/>
              <a:t>Indsæt navn, titel og afdeling</a:t>
            </a:r>
          </a:p>
        </p:txBody>
      </p:sp>
    </p:spTree>
    <p:extLst>
      <p:ext uri="{BB962C8B-B14F-4D97-AF65-F5344CB8AC3E}">
        <p14:creationId xmlns:p14="http://schemas.microsoft.com/office/powerpoint/2010/main" val="769477003"/>
      </p:ext>
    </p:extLst>
  </p:cSld>
  <p:clrMapOvr>
    <a:masterClrMapping/>
  </p:clrMapOvr>
  <p:transition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rside Hvid m. billede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ackground"/>
          <p:cNvSpPr/>
          <p:nvPr userDrawn="1"/>
        </p:nvSpPr>
        <p:spPr>
          <a:xfrm flipV="1">
            <a:off x="-1" y="6210000"/>
            <a:ext cx="12192001" cy="64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da-DK" sz="2000" noProof="0" err="1">
              <a:solidFill>
                <a:schemeClr val="tx1"/>
              </a:solidFill>
            </a:endParaRP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BB9D4F55-78DF-4212-9619-8E68C5588F5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197749" y="0"/>
            <a:ext cx="4994251" cy="6210000"/>
          </a:xfrm>
        </p:spPr>
        <p:txBody>
          <a:bodyPr tIns="72000"/>
          <a:lstStyle>
            <a:lvl1pPr marL="0" indent="0" algn="ctr">
              <a:buNone/>
              <a:defRPr sz="1400"/>
            </a:lvl1pPr>
          </a:lstStyle>
          <a:p>
            <a:r>
              <a:rPr lang="da-DK"/>
              <a:t>Klik på ikonet for at tilføje et billede</a:t>
            </a:r>
          </a:p>
        </p:txBody>
      </p:sp>
      <p:sp>
        <p:nvSpPr>
          <p:cNvPr id="6" name="Slide Number Placeholder 5" hidden="1"/>
          <p:cNvSpPr>
            <a:spLocks noGrp="1"/>
          </p:cNvSpPr>
          <p:nvPr>
            <p:ph type="sldNum" sz="quarter" idx="12"/>
          </p:nvPr>
        </p:nvSpPr>
        <p:spPr>
          <a:xfrm flipH="1">
            <a:off x="0" y="6847200"/>
            <a:ext cx="0" cy="0"/>
          </a:xfrm>
        </p:spPr>
        <p:txBody>
          <a:bodyPr/>
          <a:lstStyle>
            <a:lvl1pPr>
              <a:defRPr sz="100">
                <a:solidFill>
                  <a:schemeClr val="tx1"/>
                </a:solidFill>
              </a:defRPr>
            </a:lvl1pPr>
          </a:lstStyle>
          <a:p>
            <a:r>
              <a:rPr lang="da-DK"/>
              <a:t>.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16A0A48B-204D-46D9-AC98-0537003F65D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66702" y="166687"/>
            <a:ext cx="5829298" cy="2717241"/>
          </a:xfrm>
        </p:spPr>
        <p:txBody>
          <a:bodyPr anchor="t"/>
          <a:lstStyle>
            <a:lvl1pPr algn="l">
              <a:defRPr sz="7000">
                <a:solidFill>
                  <a:schemeClr val="tx1"/>
                </a:solidFill>
              </a:defRPr>
            </a:lvl1pPr>
          </a:lstStyle>
          <a:p>
            <a:r>
              <a:rPr lang="da-DK"/>
              <a:t>Klik for at tilføje titel</a:t>
            </a:r>
          </a:p>
        </p:txBody>
      </p:sp>
      <p:sp>
        <p:nvSpPr>
          <p:cNvPr id="13" name="Date Placeholder 7">
            <a:extLst>
              <a:ext uri="{FF2B5EF4-FFF2-40B4-BE49-F238E27FC236}">
                <a16:creationId xmlns:a16="http://schemas.microsoft.com/office/drawing/2014/main" id="{60941E6E-6BAC-4A15-B058-9CE7C058951E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263525" y="4265835"/>
            <a:ext cx="2089150" cy="347299"/>
          </a:xfrm>
        </p:spPr>
        <p:txBody>
          <a:bodyPr lIns="0" tIns="0" rIns="0" bIns="0"/>
          <a:lstStyle>
            <a:lvl1pPr>
              <a:defRPr sz="2000">
                <a:solidFill>
                  <a:schemeClr val="tx1"/>
                </a:solidFill>
              </a:defRPr>
            </a:lvl1pPr>
          </a:lstStyle>
          <a:p>
            <a:fld id="{4EE0EEF9-BAD4-4387-B3AC-9FAEABA23AC0}" type="datetime3">
              <a:rPr lang="da-DK" smtClean="0"/>
              <a:t>24.09.2026</a:t>
            </a:fld>
            <a:endParaRPr lang="da-DK"/>
          </a:p>
        </p:txBody>
      </p:sp>
      <p:pic>
        <p:nvPicPr>
          <p:cNvPr id="1110809340" name="image" descr="{&quot;templafy&quot;:{&quot;id&quot;:&quot;d7f49693-9d40-4d6b-a4f4-9b937261c5a1&quot;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358" y="6419983"/>
            <a:ext cx="873615" cy="194400"/>
          </a:xfrm>
          <a:prstGeom prst="rect">
            <a:avLst/>
          </a:prstGeom>
        </p:spPr>
      </p:pic>
      <p:pic>
        <p:nvPicPr>
          <p:cNvPr id="357957652" name="image" descr="{&quot;templafy&quot;:{&quot;id&quot;:&quot;36e0d333-ce86-4cad-9b0e-12145aa6eec6&quot;}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6365" y="6210000"/>
            <a:ext cx="4521394" cy="486000"/>
          </a:xfrm>
          <a:prstGeom prst="rect">
            <a:avLst/>
          </a:prstGeom>
        </p:spPr>
      </p:pic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B191E0C3-38FB-4A05-9222-21D4D9452A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63525" y="3067050"/>
            <a:ext cx="5829298" cy="648000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da-DK"/>
              <a:t>Indsæt navn, titel og afdeling</a:t>
            </a:r>
          </a:p>
        </p:txBody>
      </p:sp>
    </p:spTree>
    <p:extLst>
      <p:ext uri="{BB962C8B-B14F-4D97-AF65-F5344CB8AC3E}">
        <p14:creationId xmlns:p14="http://schemas.microsoft.com/office/powerpoint/2010/main" val="4258694690"/>
      </p:ext>
    </p:extLst>
  </p:cSld>
  <p:clrMapOvr>
    <a:masterClrMapping/>
  </p:clrMapOvr>
  <p:transition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rside Hvid m. billede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ackground"/>
          <p:cNvSpPr/>
          <p:nvPr userDrawn="1"/>
        </p:nvSpPr>
        <p:spPr>
          <a:xfrm flipV="1">
            <a:off x="-1" y="6210000"/>
            <a:ext cx="12192001" cy="64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da-DK" sz="2000" noProof="0" err="1">
              <a:solidFill>
                <a:schemeClr val="tx1"/>
              </a:solidFill>
            </a:endParaRP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BB9D4F55-78DF-4212-9619-8E68C5588F5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097200" y="0"/>
            <a:ext cx="6094800" cy="6210000"/>
          </a:xfrm>
        </p:spPr>
        <p:txBody>
          <a:bodyPr tIns="72000"/>
          <a:lstStyle>
            <a:lvl1pPr marL="0" indent="0" algn="ctr">
              <a:buNone/>
              <a:defRPr sz="1400"/>
            </a:lvl1pPr>
          </a:lstStyle>
          <a:p>
            <a:r>
              <a:rPr lang="da-DK"/>
              <a:t>Klik på ikonet for at tilføje et billede</a:t>
            </a:r>
          </a:p>
        </p:txBody>
      </p:sp>
      <p:sp>
        <p:nvSpPr>
          <p:cNvPr id="6" name="Slide Number Placeholder 5" hidden="1"/>
          <p:cNvSpPr>
            <a:spLocks noGrp="1"/>
          </p:cNvSpPr>
          <p:nvPr>
            <p:ph type="sldNum" sz="quarter" idx="12"/>
          </p:nvPr>
        </p:nvSpPr>
        <p:spPr>
          <a:xfrm flipH="1">
            <a:off x="0" y="6847200"/>
            <a:ext cx="0" cy="0"/>
          </a:xfrm>
        </p:spPr>
        <p:txBody>
          <a:bodyPr/>
          <a:lstStyle>
            <a:lvl1pPr>
              <a:defRPr sz="100">
                <a:solidFill>
                  <a:schemeClr val="tx1"/>
                </a:solidFill>
              </a:defRPr>
            </a:lvl1pPr>
          </a:lstStyle>
          <a:p>
            <a:r>
              <a:rPr lang="da-DK"/>
              <a:t>.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8F6B8A14-B94C-4D55-914C-31401F50AE1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66702" y="166687"/>
            <a:ext cx="8191498" cy="2717241"/>
          </a:xfrm>
        </p:spPr>
        <p:txBody>
          <a:bodyPr anchor="t"/>
          <a:lstStyle>
            <a:lvl1pPr algn="l">
              <a:defRPr sz="7000">
                <a:solidFill>
                  <a:schemeClr val="tx1"/>
                </a:solidFill>
              </a:defRPr>
            </a:lvl1pPr>
          </a:lstStyle>
          <a:p>
            <a:r>
              <a:rPr lang="da-DK"/>
              <a:t>Klik for at tilføje titel</a:t>
            </a:r>
          </a:p>
        </p:txBody>
      </p:sp>
      <p:sp>
        <p:nvSpPr>
          <p:cNvPr id="13" name="Date Placeholder 7">
            <a:extLst>
              <a:ext uri="{FF2B5EF4-FFF2-40B4-BE49-F238E27FC236}">
                <a16:creationId xmlns:a16="http://schemas.microsoft.com/office/drawing/2014/main" id="{202F7DC4-E8A0-4835-8785-592C4B4C4ED1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263525" y="4265835"/>
            <a:ext cx="2089150" cy="347299"/>
          </a:xfrm>
        </p:spPr>
        <p:txBody>
          <a:bodyPr lIns="0" tIns="0" rIns="0" bIns="0"/>
          <a:lstStyle>
            <a:lvl1pPr>
              <a:defRPr sz="2000">
                <a:solidFill>
                  <a:schemeClr val="tx1"/>
                </a:solidFill>
              </a:defRPr>
            </a:lvl1pPr>
          </a:lstStyle>
          <a:p>
            <a:fld id="{4EE0EEF9-BAD4-4387-B3AC-9FAEABA23AC0}" type="datetime3">
              <a:rPr lang="da-DK" smtClean="0"/>
              <a:t>24.09.2026</a:t>
            </a:fld>
            <a:endParaRPr lang="da-DK"/>
          </a:p>
        </p:txBody>
      </p:sp>
      <p:pic>
        <p:nvPicPr>
          <p:cNvPr id="480312353" name="image" descr="{&quot;templafy&quot;:{&quot;id&quot;:&quot;9a548550-0419-4548-9c91-b168d3c53b41&quot;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358" y="6419983"/>
            <a:ext cx="873615" cy="194400"/>
          </a:xfrm>
          <a:prstGeom prst="rect">
            <a:avLst/>
          </a:prstGeom>
        </p:spPr>
      </p:pic>
      <p:pic>
        <p:nvPicPr>
          <p:cNvPr id="881427891" name="image" descr="{&quot;templafy&quot;:{&quot;id&quot;:&quot;582002cc-f5ae-4780-b9b5-cd6663a9052a&quot;}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6365" y="6210000"/>
            <a:ext cx="4521394" cy="486000"/>
          </a:xfrm>
          <a:prstGeom prst="rect">
            <a:avLst/>
          </a:prstGeom>
        </p:spPr>
      </p:pic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82C070D-E54D-451D-AC67-7D5871CB71C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63525" y="3067050"/>
            <a:ext cx="5299075" cy="648000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da-DK"/>
              <a:t>Indsæt navn, titel og afdeling</a:t>
            </a:r>
          </a:p>
        </p:txBody>
      </p:sp>
    </p:spTree>
    <p:extLst>
      <p:ext uri="{BB962C8B-B14F-4D97-AF65-F5344CB8AC3E}">
        <p14:creationId xmlns:p14="http://schemas.microsoft.com/office/powerpoint/2010/main" val="408691459"/>
      </p:ext>
    </p:extLst>
  </p:cSld>
  <p:clrMapOvr>
    <a:masterClrMapping/>
  </p:clrMapOvr>
  <p:transition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eaker Hv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ackground"/>
          <p:cNvSpPr/>
          <p:nvPr userDrawn="1"/>
        </p:nvSpPr>
        <p:spPr>
          <a:xfrm flipV="1">
            <a:off x="0" y="6210000"/>
            <a:ext cx="12193200" cy="64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da-DK" sz="2000" noProof="0" err="1">
              <a:solidFill>
                <a:schemeClr val="tx1"/>
              </a:solidFill>
            </a:endParaRPr>
          </a:p>
        </p:txBody>
      </p:sp>
      <p:sp>
        <p:nvSpPr>
          <p:cNvPr id="6" name="Slide Number Placeholder 5" hidden="1"/>
          <p:cNvSpPr>
            <a:spLocks noGrp="1"/>
          </p:cNvSpPr>
          <p:nvPr>
            <p:ph type="sldNum" sz="quarter" idx="12"/>
          </p:nvPr>
        </p:nvSpPr>
        <p:spPr>
          <a:xfrm flipH="1">
            <a:off x="0" y="6847200"/>
            <a:ext cx="0" cy="0"/>
          </a:xfrm>
        </p:spPr>
        <p:txBody>
          <a:bodyPr/>
          <a:lstStyle>
            <a:lvl1pPr>
              <a:defRPr sz="100">
                <a:solidFill>
                  <a:schemeClr val="tx1"/>
                </a:solidFill>
              </a:defRPr>
            </a:lvl1pPr>
          </a:lstStyle>
          <a:p>
            <a:r>
              <a:rPr lang="da-DK"/>
              <a:t>.</a:t>
            </a:r>
          </a:p>
        </p:txBody>
      </p:sp>
      <p:sp>
        <p:nvSpPr>
          <p:cNvPr id="18" name="Date Placeholder 7">
            <a:extLst>
              <a:ext uri="{FF2B5EF4-FFF2-40B4-BE49-F238E27FC236}">
                <a16:creationId xmlns:a16="http://schemas.microsoft.com/office/drawing/2014/main" id="{565F3085-71F3-4B75-8FE8-1A523EC793A9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263525" y="3797116"/>
            <a:ext cx="2089150" cy="347299"/>
          </a:xfrm>
        </p:spPr>
        <p:txBody>
          <a:bodyPr lIns="0" tIns="0" rIns="0" bIns="0"/>
          <a:lstStyle>
            <a:lvl1pPr>
              <a:defRPr sz="2000">
                <a:solidFill>
                  <a:schemeClr val="tx1"/>
                </a:solidFill>
              </a:defRPr>
            </a:lvl1pPr>
          </a:lstStyle>
          <a:p>
            <a:fld id="{4EE0EEF9-BAD4-4387-B3AC-9FAEABA23AC0}" type="datetime3">
              <a:rPr lang="da-DK" smtClean="0"/>
              <a:t>24.09.2026</a:t>
            </a:fld>
            <a:endParaRPr lang="da-DK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C98C3779-B922-43C9-BAC8-A296D850FE8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66702" y="166687"/>
            <a:ext cx="11633198" cy="1966913"/>
          </a:xfrm>
        </p:spPr>
        <p:txBody>
          <a:bodyPr anchor="t"/>
          <a:lstStyle>
            <a:lvl1pPr algn="l">
              <a:defRPr sz="5000">
                <a:solidFill>
                  <a:schemeClr val="tx1"/>
                </a:solidFill>
              </a:defRPr>
            </a:lvl1pPr>
          </a:lstStyle>
          <a:p>
            <a:r>
              <a:rPr lang="da-DK"/>
              <a:t>Klik for at tilføje titel</a:t>
            </a:r>
          </a:p>
        </p:txBody>
      </p:sp>
      <p:pic>
        <p:nvPicPr>
          <p:cNvPr id="944788533" name="image" descr="{&quot;templafy&quot;:{&quot;id&quot;:&quot;454ad1c3-c561-4789-a8d2-0879e36f366c&quot;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358" y="6419983"/>
            <a:ext cx="873615" cy="194400"/>
          </a:xfrm>
          <a:prstGeom prst="rect">
            <a:avLst/>
          </a:prstGeom>
        </p:spPr>
      </p:pic>
      <p:pic>
        <p:nvPicPr>
          <p:cNvPr id="68545005" name="image" descr="{&quot;templafy&quot;:{&quot;id&quot;:&quot;21574aba-9eea-4bf9-8c7f-c7966f595a2e&quot;}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6365" y="6210000"/>
            <a:ext cx="4521394" cy="486000"/>
          </a:xfrm>
          <a:prstGeom prst="rect">
            <a:avLst/>
          </a:prstGeom>
        </p:spPr>
      </p:pic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6E982690-DA76-48A9-A83F-C7E000823C2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63525" y="3067050"/>
            <a:ext cx="11633198" cy="361950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da-DK"/>
              <a:t>Indsæt navn, titel og afdeling</a:t>
            </a:r>
          </a:p>
        </p:txBody>
      </p:sp>
    </p:spTree>
    <p:extLst>
      <p:ext uri="{BB962C8B-B14F-4D97-AF65-F5344CB8AC3E}">
        <p14:creationId xmlns:p14="http://schemas.microsoft.com/office/powerpoint/2010/main" val="762205378"/>
      </p:ext>
    </p:extLst>
  </p:cSld>
  <p:clrMapOvr>
    <a:masterClrMapping/>
  </p:clrMapOvr>
  <p:transition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eaker G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ackground"/>
          <p:cNvSpPr/>
          <p:nvPr userDrawn="1"/>
        </p:nvSpPr>
        <p:spPr>
          <a:xfrm>
            <a:off x="0" y="0"/>
            <a:ext cx="12193200" cy="6210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da-DK" sz="2000" noProof="0" err="1">
              <a:solidFill>
                <a:schemeClr val="tx1"/>
              </a:solidFill>
            </a:endParaRPr>
          </a:p>
        </p:txBody>
      </p:sp>
      <p:sp>
        <p:nvSpPr>
          <p:cNvPr id="6" name="Slide Number Placeholder 5" hidden="1"/>
          <p:cNvSpPr>
            <a:spLocks noGrp="1"/>
          </p:cNvSpPr>
          <p:nvPr>
            <p:ph type="sldNum" sz="quarter" idx="12"/>
          </p:nvPr>
        </p:nvSpPr>
        <p:spPr>
          <a:xfrm flipH="1">
            <a:off x="0" y="6847200"/>
            <a:ext cx="0" cy="0"/>
          </a:xfrm>
        </p:spPr>
        <p:txBody>
          <a:bodyPr/>
          <a:lstStyle>
            <a:lvl1pPr>
              <a:defRPr sz="100">
                <a:solidFill>
                  <a:schemeClr val="tx1"/>
                </a:solidFill>
              </a:defRPr>
            </a:lvl1pPr>
          </a:lstStyle>
          <a:p>
            <a:r>
              <a:rPr lang="da-DK"/>
              <a:t>.</a:t>
            </a:r>
          </a:p>
        </p:txBody>
      </p:sp>
      <p:sp>
        <p:nvSpPr>
          <p:cNvPr id="13" name="Date Placeholder 7">
            <a:extLst>
              <a:ext uri="{FF2B5EF4-FFF2-40B4-BE49-F238E27FC236}">
                <a16:creationId xmlns:a16="http://schemas.microsoft.com/office/drawing/2014/main" id="{7C5EC0EC-D4A2-4423-B8B5-1B952DD89C25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263525" y="3797116"/>
            <a:ext cx="2089150" cy="347299"/>
          </a:xfrm>
        </p:spPr>
        <p:txBody>
          <a:bodyPr lIns="0" tIns="0" rIns="0" bIns="0"/>
          <a:lstStyle>
            <a:lvl1pPr>
              <a:defRPr sz="2000">
                <a:solidFill>
                  <a:schemeClr val="tx1"/>
                </a:solidFill>
              </a:defRPr>
            </a:lvl1pPr>
          </a:lstStyle>
          <a:p>
            <a:fld id="{4EE0EEF9-BAD4-4387-B3AC-9FAEABA23AC0}" type="datetime3">
              <a:rPr lang="da-DK" smtClean="0"/>
              <a:t>24.09.2026</a:t>
            </a:fld>
            <a:endParaRPr lang="da-DK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25D3F337-32ED-4DDF-B913-8F63A712BD7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66702" y="166687"/>
            <a:ext cx="11633198" cy="1966913"/>
          </a:xfrm>
        </p:spPr>
        <p:txBody>
          <a:bodyPr anchor="t"/>
          <a:lstStyle>
            <a:lvl1pPr algn="l">
              <a:defRPr sz="5000">
                <a:solidFill>
                  <a:schemeClr val="tx1"/>
                </a:solidFill>
              </a:defRPr>
            </a:lvl1pPr>
          </a:lstStyle>
          <a:p>
            <a:r>
              <a:rPr lang="da-DK"/>
              <a:t>Klik for at tilføje titel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FCB6DB25-D463-42D6-8A4D-7C69279657A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63525" y="3067050"/>
            <a:ext cx="11633198" cy="361950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da-DK"/>
              <a:t>Indsæt navn, titel og afdeling</a:t>
            </a:r>
          </a:p>
        </p:txBody>
      </p:sp>
    </p:spTree>
    <p:extLst>
      <p:ext uri="{BB962C8B-B14F-4D97-AF65-F5344CB8AC3E}">
        <p14:creationId xmlns:p14="http://schemas.microsoft.com/office/powerpoint/2010/main" val="1549433645"/>
      </p:ext>
    </p:extLst>
  </p:cSld>
  <p:clrMapOvr>
    <a:masterClrMapping/>
  </p:clrMapOvr>
  <p:transition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eaker So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ackground"/>
          <p:cNvSpPr/>
          <p:nvPr userDrawn="1"/>
        </p:nvSpPr>
        <p:spPr>
          <a:xfrm>
            <a:off x="0" y="0"/>
            <a:ext cx="12193200" cy="621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da-DK" sz="2000" noProof="0" err="1">
              <a:solidFill>
                <a:schemeClr val="tx2"/>
              </a:solidFill>
            </a:endParaRPr>
          </a:p>
        </p:txBody>
      </p:sp>
      <p:sp>
        <p:nvSpPr>
          <p:cNvPr id="6" name="Slide Number Placeholder 5" hidden="1"/>
          <p:cNvSpPr>
            <a:spLocks noGrp="1"/>
          </p:cNvSpPr>
          <p:nvPr>
            <p:ph type="sldNum" sz="quarter" idx="12"/>
          </p:nvPr>
        </p:nvSpPr>
        <p:spPr>
          <a:xfrm flipH="1">
            <a:off x="0" y="6847200"/>
            <a:ext cx="0" cy="0"/>
          </a:xfrm>
        </p:spPr>
        <p:txBody>
          <a:bodyPr/>
          <a:lstStyle>
            <a:lvl1pPr>
              <a:defRPr sz="100">
                <a:solidFill>
                  <a:schemeClr val="tx1"/>
                </a:solidFill>
              </a:defRPr>
            </a:lvl1pPr>
          </a:lstStyle>
          <a:p>
            <a:r>
              <a:rPr lang="da-DK"/>
              <a:t>.</a:t>
            </a:r>
          </a:p>
        </p:txBody>
      </p:sp>
      <p:sp>
        <p:nvSpPr>
          <p:cNvPr id="13" name="Date Placeholder 7">
            <a:extLst>
              <a:ext uri="{FF2B5EF4-FFF2-40B4-BE49-F238E27FC236}">
                <a16:creationId xmlns:a16="http://schemas.microsoft.com/office/drawing/2014/main" id="{394D93EB-3F52-436F-905E-95EFD60EE8AC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263525" y="3797116"/>
            <a:ext cx="2089150" cy="347299"/>
          </a:xfrm>
        </p:spPr>
        <p:txBody>
          <a:bodyPr lIns="0" tIns="0" rIns="0" bIns="0"/>
          <a:lstStyle>
            <a:lvl1pPr>
              <a:defRPr sz="2000">
                <a:solidFill>
                  <a:schemeClr val="tx2"/>
                </a:solidFill>
              </a:defRPr>
            </a:lvl1pPr>
          </a:lstStyle>
          <a:p>
            <a:fld id="{4EE0EEF9-BAD4-4387-B3AC-9FAEABA23AC0}" type="datetime3">
              <a:rPr lang="da-DK" smtClean="0"/>
              <a:t>24.09.2026</a:t>
            </a:fld>
            <a:endParaRPr lang="da-DK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3D81B418-FF97-4B37-87DF-5E58B949076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66702" y="166687"/>
            <a:ext cx="11633198" cy="1966913"/>
          </a:xfrm>
        </p:spPr>
        <p:txBody>
          <a:bodyPr anchor="t"/>
          <a:lstStyle>
            <a:lvl1pPr algn="l">
              <a:defRPr sz="5000">
                <a:solidFill>
                  <a:schemeClr val="tx2"/>
                </a:solidFill>
              </a:defRPr>
            </a:lvl1pPr>
          </a:lstStyle>
          <a:p>
            <a:r>
              <a:rPr lang="da-DK"/>
              <a:t>Klik for at tilføje titel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C74F0A0-3F56-4720-B25D-E0AFED7B7FF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63525" y="3067050"/>
            <a:ext cx="11633198" cy="361950"/>
          </a:xfrm>
        </p:spPr>
        <p:txBody>
          <a:bodyPr/>
          <a:lstStyle>
            <a:lvl1pPr marL="0" indent="0">
              <a:buNone/>
              <a:defRPr sz="2000">
                <a:solidFill>
                  <a:schemeClr val="accent1"/>
                </a:solidFill>
              </a:defRPr>
            </a:lvl1pPr>
          </a:lstStyle>
          <a:p>
            <a:pPr lvl="0"/>
            <a:r>
              <a:rPr lang="da-DK"/>
              <a:t>Indsæt navn, titel og afdeling</a:t>
            </a:r>
          </a:p>
        </p:txBody>
      </p:sp>
    </p:spTree>
    <p:extLst>
      <p:ext uri="{BB962C8B-B14F-4D97-AF65-F5344CB8AC3E}">
        <p14:creationId xmlns:p14="http://schemas.microsoft.com/office/powerpoint/2010/main" val="3325390494"/>
      </p:ext>
    </p:extLst>
  </p:cSld>
  <p:clrMapOvr>
    <a:masterClrMapping/>
  </p:clrMapOvr>
  <p:transition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Background">
            <a:extLst>
              <a:ext uri="{FF2B5EF4-FFF2-40B4-BE49-F238E27FC236}">
                <a16:creationId xmlns:a16="http://schemas.microsoft.com/office/drawing/2014/main" id="{BA499C47-91C5-429D-94BE-0B7C66BCED70}"/>
              </a:ext>
            </a:extLst>
          </p:cNvPr>
          <p:cNvSpPr/>
          <p:nvPr userDrawn="1"/>
        </p:nvSpPr>
        <p:spPr>
          <a:xfrm flipV="1">
            <a:off x="0" y="6210000"/>
            <a:ext cx="12193200" cy="64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da-DK" sz="2000" noProof="0" err="1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a-DK" noProof="0"/>
              <a:t>Klik for at tilføje titel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da-DK" noProof="0"/>
              <a:t>Klik for at tilføje tekst</a:t>
            </a:r>
          </a:p>
          <a:p>
            <a:pPr lvl="1"/>
            <a:r>
              <a:rPr lang="da-DK" noProof="0"/>
              <a:t>Andet niveau</a:t>
            </a:r>
          </a:p>
          <a:p>
            <a:pPr lvl="2"/>
            <a:r>
              <a:rPr lang="da-DK" noProof="0"/>
              <a:t>Tredje niveau</a:t>
            </a:r>
          </a:p>
          <a:p>
            <a:pPr lvl="3"/>
            <a:r>
              <a:rPr lang="da-DK" noProof="0"/>
              <a:t>Fjerde niveau</a:t>
            </a:r>
          </a:p>
          <a:p>
            <a:pPr lvl="4"/>
            <a:r>
              <a:rPr lang="da-DK" noProof="0"/>
              <a:t>Femte niveau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89AB3D-58F3-4ABA-A926-43393A00F0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22AB5-BE87-4C18-AC0C-7680F362E3E2}" type="datetime3">
              <a:rPr lang="da-DK" smtClean="0"/>
              <a:t>24.09.2026</a:t>
            </a:fld>
            <a:endParaRPr lang="da-DK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1F277CF-B83C-45A4-B764-7F715288A98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4C8C45C-947F-4981-8B3F-4F32E973C901}" type="slidenum">
              <a:rPr lang="da-DK" smtClean="0"/>
              <a:t>‹nr.›</a:t>
            </a:fld>
            <a:endParaRPr lang="da-DK"/>
          </a:p>
        </p:txBody>
      </p:sp>
      <p:pic>
        <p:nvPicPr>
          <p:cNvPr id="2038870529" name="image" descr="{&quot;templafy&quot;:{&quot;id&quot;:&quot;159e46b3-c709-4112-9569-413d554cef96&quot;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358" y="6419983"/>
            <a:ext cx="873615" cy="19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4529330"/>
      </p:ext>
    </p:extLst>
  </p:cSld>
  <p:clrMapOvr>
    <a:masterClrMapping/>
  </p:clrMapOvr>
  <p:transition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ackground">
            <a:extLst>
              <a:ext uri="{FF2B5EF4-FFF2-40B4-BE49-F238E27FC236}">
                <a16:creationId xmlns:a16="http://schemas.microsoft.com/office/drawing/2014/main" id="{51767518-1CE7-41A4-BFFB-87B37085F98F}"/>
              </a:ext>
            </a:extLst>
          </p:cNvPr>
          <p:cNvSpPr/>
          <p:nvPr userDrawn="1"/>
        </p:nvSpPr>
        <p:spPr>
          <a:xfrm flipV="1">
            <a:off x="0" y="6210000"/>
            <a:ext cx="12193200" cy="64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da-DK" sz="2000" noProof="0" err="1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a-DK"/>
              <a:t>Klik for at tilføje titel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285750" y="1581150"/>
            <a:ext cx="4968000" cy="405765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da-DK"/>
              <a:t>Klik for at tilføje tekst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5836650" y="1581150"/>
            <a:ext cx="4968000" cy="405765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da-DK"/>
              <a:t>Klik for at tilføje tekst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3A477B73-8382-426E-A758-F1E05223AE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22AB5-BE87-4C18-AC0C-7680F362E3E2}" type="datetime3">
              <a:rPr lang="da-DK" smtClean="0"/>
              <a:t>24.09.2026</a:t>
            </a:fld>
            <a:endParaRPr lang="da-D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C473A12-DF65-4012-8F2A-1C291F215DA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4C8C45C-947F-4981-8B3F-4F32E973C901}" type="slidenum">
              <a:rPr lang="da-DK" smtClean="0"/>
              <a:t>‹nr.›</a:t>
            </a:fld>
            <a:endParaRPr lang="da-DK"/>
          </a:p>
        </p:txBody>
      </p:sp>
      <p:pic>
        <p:nvPicPr>
          <p:cNvPr id="1134554843" name="image" descr="{&quot;templafy&quot;:{&quot;id&quot;:&quot;801a591f-cec0-450e-a061-46bcad41ac9c&quot;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358" y="6419983"/>
            <a:ext cx="873615" cy="19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3517650"/>
      </p:ext>
    </p:extLst>
  </p:cSld>
  <p:clrMapOvr>
    <a:masterClrMapping/>
  </p:clrMapOvr>
  <p:transition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dhold og bille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ackground">
            <a:extLst>
              <a:ext uri="{FF2B5EF4-FFF2-40B4-BE49-F238E27FC236}">
                <a16:creationId xmlns:a16="http://schemas.microsoft.com/office/drawing/2014/main" id="{51767518-1CE7-41A4-BFFB-87B37085F98F}"/>
              </a:ext>
            </a:extLst>
          </p:cNvPr>
          <p:cNvSpPr/>
          <p:nvPr userDrawn="1"/>
        </p:nvSpPr>
        <p:spPr>
          <a:xfrm flipV="1">
            <a:off x="0" y="6210000"/>
            <a:ext cx="12193200" cy="64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da-DK" sz="2000" noProof="0" err="1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304006" y="1638000"/>
            <a:ext cx="4948214" cy="4000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da-DK"/>
              <a:t>Klik for at tilføje tekst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3A477B73-8382-426E-A758-F1E05223AE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22AB5-BE87-4C18-AC0C-7680F362E3E2}" type="datetime3">
              <a:rPr lang="da-DK" smtClean="0"/>
              <a:t>24.09.2026</a:t>
            </a:fld>
            <a:endParaRPr lang="da-D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C473A12-DF65-4012-8F2A-1C291F215DA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4C8C45C-947F-4981-8B3F-4F32E973C901}" type="slidenum">
              <a:rPr lang="da-DK" smtClean="0"/>
              <a:t>‹nr.›</a:t>
            </a:fld>
            <a:endParaRPr lang="da-DK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997C2B81-9FBD-4F91-A99D-E2E62F84A4C2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092156" y="0"/>
            <a:ext cx="6099844" cy="6210000"/>
          </a:xfrm>
        </p:spPr>
        <p:txBody>
          <a:bodyPr tIns="72000"/>
          <a:lstStyle>
            <a:lvl1pPr marL="0" indent="0" algn="ctr">
              <a:buNone/>
              <a:defRPr sz="1400"/>
            </a:lvl1pPr>
          </a:lstStyle>
          <a:p>
            <a:r>
              <a:rPr lang="da-DK"/>
              <a:t>Klik på ikonet for at tilføje et billede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222FF6B-86ED-4E48-824E-5C54567CBC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000" y="587675"/>
            <a:ext cx="4964156" cy="826640"/>
          </a:xfrm>
        </p:spPr>
        <p:txBody>
          <a:bodyPr/>
          <a:lstStyle>
            <a:lvl1pPr>
              <a:defRPr/>
            </a:lvl1pPr>
          </a:lstStyle>
          <a:p>
            <a:r>
              <a:rPr lang="da-DK"/>
              <a:t>Klik for at tilføje titel</a:t>
            </a:r>
          </a:p>
        </p:txBody>
      </p:sp>
      <p:pic>
        <p:nvPicPr>
          <p:cNvPr id="1145441516" name="image" descr="{&quot;templafy&quot;:{&quot;id&quot;:&quot;80ab6e46-48fe-48bc-97bb-4a61e67afaf4&quot;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358" y="6419983"/>
            <a:ext cx="873615" cy="19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3127660"/>
      </p:ext>
    </p:extLst>
  </p:cSld>
  <p:clrMapOvr>
    <a:masterClrMapping/>
  </p:clrMapOvr>
  <p:transition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5" hidden="1">
            <a:extLst>
              <a:ext uri="{FF2B5EF4-FFF2-40B4-BE49-F238E27FC236}">
                <a16:creationId xmlns:a16="http://schemas.microsoft.com/office/drawing/2014/main" id="{3C85D69A-3DAB-4609-83C0-DDCB0E056E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22AB5-BE87-4C18-AC0C-7680F362E3E2}" type="datetime3">
              <a:rPr lang="da-DK" smtClean="0"/>
              <a:t>24.09.2026</a:t>
            </a:fld>
            <a:endParaRPr lang="da-DK"/>
          </a:p>
        </p:txBody>
      </p:sp>
      <p:sp>
        <p:nvSpPr>
          <p:cNvPr id="7" name="Slide Number Placeholder 6" hidden="1">
            <a:extLst>
              <a:ext uri="{FF2B5EF4-FFF2-40B4-BE49-F238E27FC236}">
                <a16:creationId xmlns:a16="http://schemas.microsoft.com/office/drawing/2014/main" id="{030866FD-D493-4E40-BE0E-88A5E48062C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 flipH="1">
            <a:off x="0" y="6847200"/>
            <a:ext cx="0" cy="0"/>
          </a:xfrm>
        </p:spPr>
        <p:txBody>
          <a:bodyPr/>
          <a:lstStyle>
            <a:lvl1pPr>
              <a:defRPr sz="100"/>
            </a:lvl1pPr>
          </a:lstStyle>
          <a:p>
            <a:r>
              <a:rPr lang="da-DK"/>
              <a:t>.</a:t>
            </a:r>
            <a:r>
              <a:rPr lang="da-DK">
                <a:noFill/>
              </a:rPr>
              <a:t>0	0</a:t>
            </a:r>
            <a:endParaRPr lang="da-DK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49A84C5-6E9A-4A39-81D2-A4766FF30BC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a-DK"/>
              <a:t>Klik for at tilføje titel</a:t>
            </a:r>
          </a:p>
        </p:txBody>
      </p:sp>
    </p:spTree>
    <p:extLst>
      <p:ext uri="{BB962C8B-B14F-4D97-AF65-F5344CB8AC3E}">
        <p14:creationId xmlns:p14="http://schemas.microsoft.com/office/powerpoint/2010/main" val="124913289"/>
      </p:ext>
    </p:extLst>
  </p:cSld>
  <p:clrMapOvr>
    <a:masterClrMapping/>
  </p:clrMapOvr>
  <p:transition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 hidden="1">
            <a:extLst>
              <a:ext uri="{FF2B5EF4-FFF2-40B4-BE49-F238E27FC236}">
                <a16:creationId xmlns:a16="http://schemas.microsoft.com/office/drawing/2014/main" id="{3C8616D9-8604-4CE0-9290-25D835D365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22AB5-BE87-4C18-AC0C-7680F362E3E2}" type="datetime3">
              <a:rPr lang="da-DK" smtClean="0"/>
              <a:t>24.09.2026</a:t>
            </a:fld>
            <a:endParaRPr lang="da-DK"/>
          </a:p>
        </p:txBody>
      </p:sp>
      <p:sp>
        <p:nvSpPr>
          <p:cNvPr id="6" name="Slide Number Placeholder 5" hidden="1">
            <a:extLst>
              <a:ext uri="{FF2B5EF4-FFF2-40B4-BE49-F238E27FC236}">
                <a16:creationId xmlns:a16="http://schemas.microsoft.com/office/drawing/2014/main" id="{BFED87F5-692B-43A2-B999-E599CDD79F0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 flipH="1">
            <a:off x="0" y="6847200"/>
            <a:ext cx="0" cy="0"/>
          </a:xfrm>
        </p:spPr>
        <p:txBody>
          <a:bodyPr/>
          <a:lstStyle>
            <a:lvl1pPr>
              <a:defRPr sz="100"/>
            </a:lvl1pPr>
          </a:lstStyle>
          <a:p>
            <a:r>
              <a:rPr lang="da-DK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15761314"/>
      </p:ext>
    </p:extLst>
  </p:cSld>
  <p:clrMapOvr>
    <a:masterClrMapping/>
  </p:clrMapOvr>
  <p:transition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ugerguid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dsholder til dato 2" hidden="1">
            <a:extLst>
              <a:ext uri="{FF2B5EF4-FFF2-40B4-BE49-F238E27FC236}">
                <a16:creationId xmlns:a16="http://schemas.microsoft.com/office/drawing/2014/main" id="{204BEF62-0A0C-428F-9593-4784936349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flipH="1">
            <a:off x="0" y="6871540"/>
            <a:ext cx="0" cy="0"/>
          </a:xfrm>
          <a:prstGeom prst="rect">
            <a:avLst/>
          </a:prstGeo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679D3425-F8FB-4DAF-8A9B-B6B63F152AA9}" type="datetime3">
              <a:rPr lang="da-DK" smtClean="0"/>
              <a:t>24.09.2026</a:t>
            </a:fld>
            <a:endParaRPr lang="da-DK"/>
          </a:p>
        </p:txBody>
      </p:sp>
      <p:sp>
        <p:nvSpPr>
          <p:cNvPr id="4" name="Pladsholder til sidefod 3" hidden="1">
            <a:extLst>
              <a:ext uri="{FF2B5EF4-FFF2-40B4-BE49-F238E27FC236}">
                <a16:creationId xmlns:a16="http://schemas.microsoft.com/office/drawing/2014/main" id="{5A2DACD1-A298-4D19-866E-68CF70D652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flipH="1">
            <a:off x="0" y="6871540"/>
            <a:ext cx="0" cy="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00" kern="1200">
                <a:noFill/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da-DK"/>
          </a:p>
        </p:txBody>
      </p:sp>
      <p:sp>
        <p:nvSpPr>
          <p:cNvPr id="5" name="Pladsholder til slidenummer 4" hidden="1">
            <a:extLst>
              <a:ext uri="{FF2B5EF4-FFF2-40B4-BE49-F238E27FC236}">
                <a16:creationId xmlns:a16="http://schemas.microsoft.com/office/drawing/2014/main" id="{84BE3378-177E-45B6-8A07-1A8ABC3BC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flipH="1">
            <a:off x="0" y="687154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24C8C45C-947F-4981-8B3F-4F32E973C901}" type="slidenum">
              <a:rPr lang="da-DK" smtClean="0"/>
              <a:t>‹nr.›</a:t>
            </a:fld>
            <a:endParaRPr lang="da-DK"/>
          </a:p>
        </p:txBody>
      </p:sp>
      <p:sp>
        <p:nvSpPr>
          <p:cNvPr id="6" name="Text Box 2">
            <a:extLst>
              <a:ext uri="{FF2B5EF4-FFF2-40B4-BE49-F238E27FC236}">
                <a16:creationId xmlns:a16="http://schemas.microsoft.com/office/drawing/2014/main" id="{2562121C-7E79-4645-BB1B-1D3855B3831C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285750" y="1416050"/>
            <a:ext cx="2280360" cy="44165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144000" bIns="0" anchor="t" anchorCtr="0">
            <a:spAutoFit/>
          </a:bodyPr>
          <a:lstStyle>
            <a:defPPr>
              <a:defRPr lang="en-US"/>
            </a:defPPr>
            <a:lvl1pPr marL="0" algn="l" defTabSz="914400" rtl="0" eaLnBrk="0" latinLnBrk="0" hangingPunct="0">
              <a:defRPr sz="18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1pPr>
            <a:lvl2pPr marL="742950" indent="-285750" algn="l" defTabSz="914400" rtl="0" eaLnBrk="0" latinLnBrk="0" hangingPunct="0">
              <a:defRPr sz="18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2pPr>
            <a:lvl3pPr marL="1143000" indent="-228600" algn="l" defTabSz="914400" rtl="0" eaLnBrk="0" latinLnBrk="0" hangingPunct="0">
              <a:defRPr sz="18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3pPr>
            <a:lvl4pPr marL="1600200" indent="-228600" algn="l" defTabSz="914400" rtl="0" eaLnBrk="0" latinLnBrk="0" hangingPunct="0">
              <a:defRPr sz="18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4pPr>
            <a:lvl5pPr marL="2057400" indent="-228600" algn="l" defTabSz="914400" rtl="0" eaLnBrk="0" latinLnBrk="0" hangingPunct="0">
              <a:defRPr sz="18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9pPr>
          </a:lstStyle>
          <a:p>
            <a:pPr eaLnBrk="1" hangingPunct="1">
              <a:spcAft>
                <a:spcPts val="600"/>
              </a:spcAft>
              <a:defRPr/>
            </a:pPr>
            <a:r>
              <a:rPr lang="da-DK" sz="900" b="1" noProof="1">
                <a:latin typeface="Arial" pitchFamily="34" charset="0"/>
                <a:cs typeface="Arial" pitchFamily="34" charset="0"/>
              </a:rPr>
              <a:t>Brug</a:t>
            </a:r>
            <a:r>
              <a:rPr lang="da-DK" sz="900" b="1" baseline="0" noProof="1">
                <a:latin typeface="Arial" pitchFamily="34" charset="0"/>
                <a:cs typeface="Arial" pitchFamily="34" charset="0"/>
              </a:rPr>
              <a:t> tekst typografier</a:t>
            </a:r>
            <a:endParaRPr lang="da-DK" sz="900" b="1" noProof="1">
              <a:latin typeface="Arial" pitchFamily="34" charset="0"/>
              <a:cs typeface="Arial" pitchFamily="34" charset="0"/>
            </a:endParaRPr>
          </a:p>
          <a:p>
            <a:pPr eaLnBrk="1" hangingPunct="1">
              <a:spcAft>
                <a:spcPts val="600"/>
              </a:spcAft>
              <a:defRPr/>
            </a:pPr>
            <a:r>
              <a:rPr lang="da-DK" altLang="da-DK" sz="900" b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Brug</a:t>
            </a:r>
            <a:r>
              <a:rPr lang="da-DK" altLang="da-DK" sz="900" b="1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TAB </a:t>
            </a:r>
            <a:r>
              <a:rPr lang="da-DK" altLang="da-DK" sz="900" b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for at gå frem i tekst-niveauer. Klik </a:t>
            </a:r>
            <a:r>
              <a:rPr lang="da-DK" altLang="da-DK" sz="900" b="1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ENTER</a:t>
            </a:r>
            <a:r>
              <a:rPr lang="da-DK" altLang="da-DK" sz="900" b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, derefter </a:t>
            </a:r>
            <a:r>
              <a:rPr lang="da-DK" altLang="da-DK" sz="900" b="1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TAB</a:t>
            </a:r>
            <a:r>
              <a:rPr lang="da-DK" altLang="da-DK" sz="900" b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for at skifte fra et niveau til et næste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da-DK" altLang="da-DK" sz="900" b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For at gå tilbage i tekst-niveauer, </a:t>
            </a:r>
            <a:br>
              <a:rPr lang="da-DK" altLang="da-DK" sz="900" b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</a:br>
            <a:r>
              <a:rPr lang="da-DK" altLang="da-DK" sz="900" b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brug </a:t>
            </a:r>
            <a:r>
              <a:rPr lang="da-DK" altLang="da-DK" sz="900" b="1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SHIFT+TAB</a:t>
            </a:r>
            <a:endParaRPr lang="da-DK" altLang="da-DK" sz="900" b="0" noProof="1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pPr eaLnBrk="1" hangingPunct="1">
              <a:spcAft>
                <a:spcPts val="600"/>
              </a:spcAft>
              <a:defRPr/>
            </a:pPr>
            <a:r>
              <a:rPr lang="da-DK" altLang="da-DK" sz="900" b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Alternativt kan </a:t>
            </a:r>
            <a:br>
              <a:rPr lang="da-DK" altLang="da-DK" sz="900" b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</a:br>
            <a:r>
              <a:rPr lang="da-DK" altLang="da-DK" sz="900" b="1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Forøg</a:t>
            </a:r>
            <a:r>
              <a:rPr lang="da-DK" altLang="da-DK" sz="900" b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og </a:t>
            </a:r>
            <a:r>
              <a:rPr lang="da-DK" altLang="da-DK" sz="900" b="1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Formindsk</a:t>
            </a:r>
            <a:r>
              <a:rPr lang="da-DK" altLang="da-DK" sz="900" b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listeniveau bruges</a:t>
            </a:r>
          </a:p>
          <a:p>
            <a:pPr eaLnBrk="1" hangingPunct="1">
              <a:spcAft>
                <a:spcPts val="600"/>
              </a:spcAft>
              <a:defRPr/>
            </a:pPr>
            <a:endParaRPr lang="da-DK" altLang="da-DK" sz="900" b="0" noProof="1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pPr eaLnBrk="1" hangingPunct="1">
              <a:spcAft>
                <a:spcPts val="600"/>
              </a:spcAft>
              <a:defRPr/>
            </a:pPr>
            <a:r>
              <a:rPr lang="da-DK" sz="900" b="1" noProof="1">
                <a:latin typeface="Arial" pitchFamily="34" charset="0"/>
                <a:cs typeface="Arial" pitchFamily="34" charset="0"/>
              </a:rPr>
              <a:t>TIP: Brug</a:t>
            </a:r>
            <a:r>
              <a:rPr lang="da-DK" sz="900" b="1" baseline="0" noProof="1">
                <a:latin typeface="Arial" pitchFamily="34" charset="0"/>
                <a:cs typeface="Arial" pitchFamily="34" charset="0"/>
              </a:rPr>
              <a:t> bullet knappen</a:t>
            </a:r>
            <a:endParaRPr lang="da-DK" sz="900" b="1" noProof="1">
              <a:latin typeface="Arial" pitchFamily="34" charset="0"/>
              <a:cs typeface="Arial" pitchFamily="34" charset="0"/>
            </a:endParaRPr>
          </a:p>
          <a:p>
            <a:pPr eaLnBrk="1" hangingPunct="1">
              <a:spcAft>
                <a:spcPts val="600"/>
              </a:spcAft>
              <a:defRPr/>
            </a:pPr>
            <a:r>
              <a:rPr lang="da-DK" altLang="da-DK" sz="900" b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Fjern bullet for almindelig tekst.</a:t>
            </a:r>
            <a:br>
              <a:rPr lang="da-DK" altLang="da-DK" sz="900" b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</a:br>
            <a:r>
              <a:rPr lang="da-DK" altLang="da-DK" sz="900" b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Klik på bullet knappen for at sætte korrekt bullet på igen.</a:t>
            </a:r>
          </a:p>
          <a:p>
            <a:pPr eaLnBrk="1" hangingPunct="1">
              <a:spcBef>
                <a:spcPts val="1200"/>
              </a:spcBef>
              <a:spcAft>
                <a:spcPts val="600"/>
              </a:spcAft>
              <a:defRPr/>
            </a:pPr>
            <a:r>
              <a:rPr lang="da-DK" sz="900" b="1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Indsæt nyt slide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da-DK" altLang="da-DK" sz="900" b="1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1. </a:t>
            </a:r>
            <a:r>
              <a:rPr lang="da-DK" altLang="da-DK" sz="900" b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Klik på fanen </a:t>
            </a:r>
            <a:r>
              <a:rPr lang="da-DK" altLang="da-DK" sz="900" b="1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Hjem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da-DK" altLang="da-DK" sz="900" b="1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2. </a:t>
            </a:r>
            <a:r>
              <a:rPr lang="da-DK" altLang="da-DK" sz="900" b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Klik på menupunktet </a:t>
            </a:r>
            <a:r>
              <a:rPr lang="da-DK" altLang="da-DK" sz="900" b="1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Nyt Slide </a:t>
            </a:r>
            <a:r>
              <a:rPr lang="da-DK" altLang="da-DK" sz="900" b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for </a:t>
            </a:r>
            <a:br>
              <a:rPr lang="da-DK" altLang="da-DK" sz="900" b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</a:br>
            <a:r>
              <a:rPr lang="da-DK" altLang="da-DK" sz="900" b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at indsætte et</a:t>
            </a:r>
            <a:r>
              <a:rPr lang="da-DK" altLang="da-DK" sz="900" b="0" baseline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da-DK" altLang="da-DK" sz="900" b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nyt slide</a:t>
            </a:r>
          </a:p>
          <a:p>
            <a:pPr eaLnBrk="1" hangingPunct="1">
              <a:spcBef>
                <a:spcPts val="1200"/>
              </a:spcBef>
              <a:spcAft>
                <a:spcPts val="600"/>
              </a:spcAft>
              <a:defRPr/>
            </a:pPr>
            <a:r>
              <a:rPr lang="da-DK" sz="900" b="1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Ændre slide layouts</a:t>
            </a:r>
            <a:endParaRPr lang="da-DK" altLang="da-DK" sz="900" b="0" noProof="1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pPr eaLnBrk="1" hangingPunct="1">
              <a:spcAft>
                <a:spcPts val="600"/>
              </a:spcAft>
              <a:defRPr/>
            </a:pPr>
            <a:r>
              <a:rPr lang="da-DK" altLang="da-DK" sz="900" b="1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1. </a:t>
            </a:r>
            <a:r>
              <a:rPr lang="da-DK" altLang="da-DK" sz="900" b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Klik på pilen</a:t>
            </a:r>
            <a:r>
              <a:rPr lang="da-DK" altLang="da-DK" sz="900" b="0" baseline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ved siden af </a:t>
            </a:r>
            <a:r>
              <a:rPr lang="da-DK" altLang="da-DK" sz="900" b="1" baseline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Layout</a:t>
            </a:r>
            <a:r>
              <a:rPr lang="da-DK" altLang="da-DK" sz="900" b="0" baseline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</a:t>
            </a:r>
            <a:br>
              <a:rPr lang="da-DK" altLang="da-DK" sz="900" b="0" baseline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</a:br>
            <a:r>
              <a:rPr lang="da-DK" altLang="da-DK" sz="900" b="0" baseline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for at få vist en dropdown menu af </a:t>
            </a:r>
            <a:br>
              <a:rPr lang="da-DK" altLang="da-DK" sz="900" b="0" baseline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</a:br>
            <a:r>
              <a:rPr lang="da-DK" altLang="da-DK" sz="900" b="0" baseline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mulige slides layout</a:t>
            </a:r>
            <a:endParaRPr lang="da-DK" altLang="da-DK" sz="900" b="0" noProof="1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pPr eaLnBrk="1" hangingPunct="1">
              <a:spcAft>
                <a:spcPts val="600"/>
              </a:spcAft>
              <a:defRPr/>
            </a:pPr>
            <a:r>
              <a:rPr lang="da-DK" altLang="da-DK" sz="900" b="1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2. </a:t>
            </a:r>
            <a:r>
              <a:rPr lang="da-DK" altLang="da-DK" sz="900" b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Vælg </a:t>
            </a:r>
            <a:r>
              <a:rPr lang="da-DK" altLang="da-DK" sz="900" b="1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Layout</a:t>
            </a:r>
            <a:r>
              <a:rPr lang="da-DK" altLang="da-DK" sz="900" b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for at ændre dit </a:t>
            </a:r>
            <a:br>
              <a:rPr lang="da-DK" altLang="da-DK" sz="900" b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</a:br>
            <a:r>
              <a:rPr lang="da-DK" altLang="da-DK" sz="900" b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nuværende layout til et alternativt</a:t>
            </a:r>
          </a:p>
        </p:txBody>
      </p:sp>
      <p:pic>
        <p:nvPicPr>
          <p:cNvPr id="7" name="1 Forøg formindsk">
            <a:extLst>
              <a:ext uri="{FF2B5EF4-FFF2-40B4-BE49-F238E27FC236}">
                <a16:creationId xmlns:a16="http://schemas.microsoft.com/office/drawing/2014/main" id="{82A640AB-9083-4E25-B69C-5615DDD51EF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446547" y="2531466"/>
            <a:ext cx="549328" cy="285228"/>
          </a:xfrm>
          <a:prstGeom prst="rect">
            <a:avLst/>
          </a:prstGeom>
        </p:spPr>
      </p:pic>
      <p:pic>
        <p:nvPicPr>
          <p:cNvPr id="8" name="2 Ny slide">
            <a:extLst>
              <a:ext uri="{FF2B5EF4-FFF2-40B4-BE49-F238E27FC236}">
                <a16:creationId xmlns:a16="http://schemas.microsoft.com/office/drawing/2014/main" id="{C9EFBCCE-8D49-4A73-8762-63E5870B1EC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2931" r="60888"/>
          <a:stretch>
            <a:fillRect/>
          </a:stretch>
        </p:blipFill>
        <p:spPr>
          <a:xfrm>
            <a:off x="2460466" y="4104614"/>
            <a:ext cx="363713" cy="647461"/>
          </a:xfrm>
          <a:prstGeom prst="rect">
            <a:avLst/>
          </a:prstGeom>
        </p:spPr>
      </p:pic>
      <p:pic>
        <p:nvPicPr>
          <p:cNvPr id="9" name="3 Layout">
            <a:extLst>
              <a:ext uri="{FF2B5EF4-FFF2-40B4-BE49-F238E27FC236}">
                <a16:creationId xmlns:a16="http://schemas.microsoft.com/office/drawing/2014/main" id="{00995F18-330D-4742-AD80-E856C91E09A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36944" r="2272" b="69429"/>
          <a:stretch>
            <a:fillRect/>
          </a:stretch>
        </p:blipFill>
        <p:spPr>
          <a:xfrm>
            <a:off x="2475931" y="4980245"/>
            <a:ext cx="593368" cy="192211"/>
          </a:xfrm>
          <a:prstGeom prst="rect">
            <a:avLst/>
          </a:prstGeom>
        </p:spPr>
      </p:pic>
      <p:pic>
        <p:nvPicPr>
          <p:cNvPr id="11" name="4 Nulstil">
            <a:extLst>
              <a:ext uri="{FF2B5EF4-FFF2-40B4-BE49-F238E27FC236}">
                <a16:creationId xmlns:a16="http://schemas.microsoft.com/office/drawing/2014/main" id="{2324BBF6-4E28-4408-B9EF-E9ED5897F24C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6981362" y="4554277"/>
            <a:ext cx="547241" cy="197798"/>
          </a:xfrm>
          <a:prstGeom prst="rect">
            <a:avLst/>
          </a:prstGeom>
        </p:spPr>
      </p:pic>
      <p:sp>
        <p:nvSpPr>
          <p:cNvPr id="12" name="Text Box 3">
            <a:extLst>
              <a:ext uri="{FF2B5EF4-FFF2-40B4-BE49-F238E27FC236}">
                <a16:creationId xmlns:a16="http://schemas.microsoft.com/office/drawing/2014/main" id="{86940190-31B3-4285-B172-A74BDBF7AF53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194529" y="1416050"/>
            <a:ext cx="2786833" cy="40164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144000" bIns="0" anchor="t" anchorCtr="0">
            <a:spAutoFit/>
          </a:bodyPr>
          <a:lstStyle>
            <a:defPPr>
              <a:defRPr lang="en-US"/>
            </a:defPPr>
            <a:lvl1pPr marL="0" algn="l" defTabSz="914400" rtl="0" eaLnBrk="0" latinLnBrk="0" hangingPunct="0">
              <a:defRPr sz="18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1pPr>
            <a:lvl2pPr marL="742950" indent="-285750" algn="l" defTabSz="914400" rtl="0" eaLnBrk="0" latinLnBrk="0" hangingPunct="0">
              <a:defRPr sz="18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2pPr>
            <a:lvl3pPr marL="1143000" indent="-228600" algn="l" defTabSz="914400" rtl="0" eaLnBrk="0" latinLnBrk="0" hangingPunct="0">
              <a:defRPr sz="18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3pPr>
            <a:lvl4pPr marL="1600200" indent="-228600" algn="l" defTabSz="914400" rtl="0" eaLnBrk="0" latinLnBrk="0" hangingPunct="0">
              <a:defRPr sz="18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4pPr>
            <a:lvl5pPr marL="2057400" indent="-228600" algn="l" defTabSz="914400" rtl="0" eaLnBrk="0" latinLnBrk="0" hangingPunct="0">
              <a:defRPr sz="18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9pPr>
          </a:lstStyle>
          <a:p>
            <a:pPr eaLnBrk="1" hangingPunct="1">
              <a:spcBef>
                <a:spcPts val="1200"/>
              </a:spcBef>
              <a:spcAft>
                <a:spcPts val="600"/>
              </a:spcAft>
              <a:defRPr/>
            </a:pPr>
            <a:r>
              <a:rPr lang="da-DK" sz="900" b="1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A. Indsæt firma billede</a:t>
            </a:r>
            <a:endParaRPr lang="da-DK" altLang="da-DK" sz="900" b="0" noProof="1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r>
              <a:rPr lang="da-DK" altLang="da-DK" sz="900" b="1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1. </a:t>
            </a:r>
            <a:r>
              <a:rPr lang="da-DK" altLang="da-DK" sz="900" b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Klik på den blå </a:t>
            </a:r>
            <a:r>
              <a:rPr lang="da-DK" altLang="da-DK" sz="900" b="1" baseline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Templafy</a:t>
            </a:r>
            <a:r>
              <a:rPr lang="da-DK" altLang="da-DK" sz="900" b="0" baseline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-knap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r>
              <a:rPr lang="da-DK" altLang="da-DK" sz="900" b="1" baseline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2. </a:t>
            </a:r>
            <a:r>
              <a:rPr lang="da-DK" altLang="da-DK" sz="900" b="0" baseline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I drop ned menuen, vælg </a:t>
            </a:r>
            <a:r>
              <a:rPr lang="da-DK" altLang="da-DK" sz="900" b="1" baseline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Images</a:t>
            </a:r>
            <a:r>
              <a:rPr lang="da-DK" altLang="da-DK" sz="900" b="0" baseline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, </a:t>
            </a:r>
            <a:br>
              <a:rPr lang="da-DK" altLang="da-DK" sz="900" b="0" baseline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</a:br>
            <a:r>
              <a:rPr lang="da-DK" altLang="da-DK" sz="900" b="0" baseline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eller klik på </a:t>
            </a:r>
            <a:r>
              <a:rPr lang="da-DK" altLang="da-DK" sz="900" b="1" baseline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Images</a:t>
            </a:r>
            <a:r>
              <a:rPr lang="da-DK" altLang="da-DK" sz="900" b="0" i="0" baseline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-knappen</a:t>
            </a:r>
            <a:r>
              <a:rPr lang="da-DK" altLang="da-DK" sz="900" b="0" baseline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i Templafy vinduet i højre side af skærmen</a:t>
            </a:r>
            <a:endParaRPr lang="da-DK" altLang="da-DK" sz="900" noProof="1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pPr eaLnBrk="1" hangingPunct="1">
              <a:spcBef>
                <a:spcPts val="1200"/>
              </a:spcBef>
              <a:spcAft>
                <a:spcPts val="600"/>
              </a:spcAft>
              <a:defRPr/>
            </a:pPr>
            <a:r>
              <a:rPr lang="da-DK" altLang="da-DK" sz="900" b="1" baseline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B. Browse efter andre billeder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da-DK" altLang="da-DK" sz="900" b="1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1. </a:t>
            </a:r>
            <a:r>
              <a:rPr lang="da-DK" altLang="da-DK" sz="900" b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Klik</a:t>
            </a:r>
            <a:r>
              <a:rPr lang="da-DK" altLang="da-DK" sz="900" b="0" baseline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på </a:t>
            </a:r>
            <a:r>
              <a:rPr lang="da-DK" altLang="da-DK" sz="900" b="1" baseline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Image Tools-</a:t>
            </a:r>
            <a:r>
              <a:rPr lang="da-DK" altLang="da-DK" sz="900" b="0" baseline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knappen</a:t>
            </a:r>
            <a:br>
              <a:rPr lang="da-DK" altLang="da-DK" sz="900" b="0" baseline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</a:br>
            <a:r>
              <a:rPr lang="da-DK" altLang="da-DK" sz="900" b="0" baseline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som findes under firma fanen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da-DK" altLang="da-DK" sz="900" b="1" baseline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2. </a:t>
            </a:r>
            <a:r>
              <a:rPr lang="da-DK" altLang="da-DK" sz="900" b="0" baseline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Klik på </a:t>
            </a:r>
            <a:r>
              <a:rPr lang="da-DK" altLang="da-DK" sz="900" b="1" baseline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Indsæt</a:t>
            </a:r>
            <a:r>
              <a:rPr lang="da-DK" altLang="da-DK" sz="900" b="0" baseline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for at browse </a:t>
            </a:r>
            <a:br>
              <a:rPr lang="da-DK" altLang="da-DK" sz="900" b="0" baseline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</a:br>
            <a:r>
              <a:rPr lang="da-DK" altLang="da-DK" sz="900" b="0" baseline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efter et billede</a:t>
            </a:r>
            <a:endParaRPr lang="da-DK" altLang="da-DK" sz="900" noProof="1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pPr eaLnBrk="1" hangingPunct="1">
              <a:spcBef>
                <a:spcPts val="1200"/>
              </a:spcBef>
              <a:spcAft>
                <a:spcPts val="600"/>
              </a:spcAft>
              <a:defRPr/>
            </a:pPr>
            <a:r>
              <a:rPr lang="da-DK" sz="900" b="1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Hjælpelinjer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da-DK" altLang="da-DK" sz="900" b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For at se hjælpelinjer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da-DK" altLang="da-DK" sz="900" b="1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1. </a:t>
            </a:r>
            <a:r>
              <a:rPr lang="da-DK" altLang="da-DK" sz="900" b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Klik på fanen </a:t>
            </a:r>
            <a:r>
              <a:rPr lang="da-DK" altLang="da-DK" sz="900" b="1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Vis </a:t>
            </a:r>
            <a:r>
              <a:rPr lang="da-DK" altLang="da-DK" sz="900" b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og sæt hak ved </a:t>
            </a:r>
            <a:r>
              <a:rPr lang="da-DK" altLang="da-DK" sz="900" b="1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Hjælpelinjer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da-DK" altLang="da-DK" sz="900" b="1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TIP: Alt + F9 </a:t>
            </a:r>
            <a:r>
              <a:rPr lang="da-DK" altLang="da-DK" sz="900" b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for hurtig visning af hjælpelinjer</a:t>
            </a:r>
          </a:p>
          <a:p>
            <a:pPr fontAlgn="auto">
              <a:spcBef>
                <a:spcPts val="1200"/>
              </a:spcBef>
              <a:spcAft>
                <a:spcPts val="600"/>
              </a:spcAft>
              <a:buFont typeface="+mj-lt"/>
              <a:buNone/>
              <a:defRPr/>
            </a:pPr>
            <a:r>
              <a:rPr lang="da-DK" sz="900" b="1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Nulstil slide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+mj-lt"/>
              <a:buNone/>
              <a:defRPr/>
            </a:pPr>
            <a:r>
              <a:rPr lang="da-DK" altLang="da-DK" sz="900" b="1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1. </a:t>
            </a:r>
            <a:r>
              <a:rPr lang="da-DK" altLang="da-DK" sz="900" b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Klik på fanen </a:t>
            </a:r>
            <a:r>
              <a:rPr lang="da-DK" altLang="da-DK" sz="900" b="1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Hjem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+mj-lt"/>
              <a:buNone/>
              <a:defRPr/>
            </a:pPr>
            <a:r>
              <a:rPr lang="da-DK" altLang="da-DK" sz="900" b="1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2. </a:t>
            </a:r>
            <a:r>
              <a:rPr lang="da-DK" altLang="da-DK" sz="900" b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Vælg </a:t>
            </a:r>
            <a:r>
              <a:rPr lang="da-DK" altLang="da-DK" sz="900" b="1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Nulstil</a:t>
            </a:r>
            <a:r>
              <a:rPr lang="da-DK" altLang="da-DK" sz="900" b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for at nulstille placering, størrelse og formatering af pladsholdere til layoutets oprindelige design</a:t>
            </a:r>
            <a:endParaRPr lang="da-DK" altLang="da-DK" sz="900" b="1" noProof="1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19" name="Gruppe 18">
            <a:extLst>
              <a:ext uri="{FF2B5EF4-FFF2-40B4-BE49-F238E27FC236}">
                <a16:creationId xmlns:a16="http://schemas.microsoft.com/office/drawing/2014/main" id="{EB0E7C24-B1F4-440B-ABFD-7BE7799C986C}"/>
              </a:ext>
            </a:extLst>
          </p:cNvPr>
          <p:cNvGrpSpPr/>
          <p:nvPr userDrawn="1"/>
        </p:nvGrpSpPr>
        <p:grpSpPr>
          <a:xfrm>
            <a:off x="6981362" y="1440585"/>
            <a:ext cx="676669" cy="997704"/>
            <a:chOff x="6442771" y="2574072"/>
            <a:chExt cx="676669" cy="997704"/>
          </a:xfrm>
        </p:grpSpPr>
        <p:pic>
          <p:nvPicPr>
            <p:cNvPr id="20" name="Billede 19">
              <a:extLst>
                <a:ext uri="{FF2B5EF4-FFF2-40B4-BE49-F238E27FC236}">
                  <a16:creationId xmlns:a16="http://schemas.microsoft.com/office/drawing/2014/main" id="{97D49D67-0656-4D65-BDC8-19DC3FA200E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442771" y="2574072"/>
              <a:ext cx="305786" cy="365851"/>
            </a:xfrm>
            <a:prstGeom prst="rect">
              <a:avLst/>
            </a:prstGeom>
          </p:spPr>
        </p:pic>
        <p:pic>
          <p:nvPicPr>
            <p:cNvPr id="21" name="Billede 20">
              <a:extLst>
                <a:ext uri="{FF2B5EF4-FFF2-40B4-BE49-F238E27FC236}">
                  <a16:creationId xmlns:a16="http://schemas.microsoft.com/office/drawing/2014/main" id="{0BC3FA04-2488-4F3A-A6FA-54AB316150D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1432" t="16308" r="2422" b="1509"/>
            <a:stretch>
              <a:fillRect/>
            </a:stretch>
          </p:blipFill>
          <p:spPr>
            <a:xfrm>
              <a:off x="6444587" y="2943287"/>
              <a:ext cx="674853" cy="628489"/>
            </a:xfrm>
            <a:prstGeom prst="rect">
              <a:avLst/>
            </a:prstGeom>
            <a:ln w="3175">
              <a:solidFill>
                <a:schemeClr val="bg1">
                  <a:lumMod val="95000"/>
                </a:schemeClr>
              </a:solidFill>
            </a:ln>
          </p:spPr>
        </p:pic>
      </p:grpSp>
      <p:sp>
        <p:nvSpPr>
          <p:cNvPr id="23" name="Text Box 3">
            <a:extLst>
              <a:ext uri="{FF2B5EF4-FFF2-40B4-BE49-F238E27FC236}">
                <a16:creationId xmlns:a16="http://schemas.microsoft.com/office/drawing/2014/main" id="{16A5B6A0-03E8-41F0-86AC-378C5C3FB6BB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8452583" y="1416050"/>
            <a:ext cx="2566254" cy="44012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144000" bIns="0" anchor="t" anchorCtr="0">
            <a:spAutoFit/>
          </a:bodyPr>
          <a:lstStyle>
            <a:defPPr>
              <a:defRPr lang="en-US"/>
            </a:defPPr>
            <a:lvl1pPr marL="0" algn="l" defTabSz="914400" rtl="0" eaLnBrk="0" latinLnBrk="0" hangingPunct="0">
              <a:defRPr sz="18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1pPr>
            <a:lvl2pPr marL="742950" indent="-285750" algn="l" defTabSz="914400" rtl="0" eaLnBrk="0" latinLnBrk="0" hangingPunct="0">
              <a:defRPr sz="18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2pPr>
            <a:lvl3pPr marL="1143000" indent="-228600" algn="l" defTabSz="914400" rtl="0" eaLnBrk="0" latinLnBrk="0" hangingPunct="0">
              <a:defRPr sz="18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3pPr>
            <a:lvl4pPr marL="1600200" indent="-228600" algn="l" defTabSz="914400" rtl="0" eaLnBrk="0" latinLnBrk="0" hangingPunct="0">
              <a:defRPr sz="18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4pPr>
            <a:lvl5pPr marL="2057400" indent="-228600" algn="l" defTabSz="914400" rtl="0" eaLnBrk="0" latinLnBrk="0" hangingPunct="0">
              <a:defRPr sz="18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9pPr>
          </a:lstStyle>
          <a:p>
            <a:pPr eaLnBrk="1" hangingPunct="1">
              <a:spcAft>
                <a:spcPts val="600"/>
              </a:spcAft>
              <a:defRPr/>
            </a:pPr>
            <a:r>
              <a:rPr lang="da-DK" sz="900" b="1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Indsæt billede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da-DK" altLang="da-DK" sz="900" b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På slides med billedpladsholder eller hvilken som helst anden pladsholder, klik på pladsholderens kant.</a:t>
            </a:r>
            <a:br>
              <a:rPr lang="da-DK" altLang="da-DK" sz="900" b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</a:br>
            <a:r>
              <a:rPr lang="da-DK" altLang="da-DK" sz="900" b="1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TIP: </a:t>
            </a:r>
            <a:r>
              <a:rPr lang="da-DK" altLang="da-DK" sz="900" b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Hold Shift nede og klik på pladsholderen</a:t>
            </a:r>
            <a:endParaRPr lang="da-DK" altLang="da-DK" sz="900" noProof="1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pPr eaLnBrk="1" hangingPunct="1">
              <a:spcBef>
                <a:spcPts val="1200"/>
              </a:spcBef>
              <a:spcAft>
                <a:spcPts val="600"/>
              </a:spcAft>
              <a:defRPr/>
            </a:pPr>
            <a:r>
              <a:rPr lang="da-DK" sz="900" b="1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Beskær billede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da-DK" altLang="da-DK" sz="900" b="1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1. </a:t>
            </a:r>
            <a:r>
              <a:rPr lang="da-DK" altLang="da-DK" sz="900" b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Klik </a:t>
            </a:r>
            <a:r>
              <a:rPr lang="da-DK" altLang="da-DK" sz="900" b="1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Beskær</a:t>
            </a:r>
            <a:r>
              <a:rPr lang="da-DK" altLang="da-DK" sz="900" b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for at ændre </a:t>
            </a:r>
            <a:br>
              <a:rPr lang="da-DK" altLang="da-DK" sz="900" b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</a:br>
            <a:r>
              <a:rPr lang="da-DK" altLang="da-DK" sz="900" b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billedets fokus/størrelse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da-DK" altLang="da-DK" sz="900" b="1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2. </a:t>
            </a:r>
            <a:r>
              <a:rPr lang="da-DK" altLang="da-DK" sz="900" b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Ønsker du at skalere billedet, så </a:t>
            </a:r>
            <a:br>
              <a:rPr lang="da-DK" altLang="da-DK" sz="900" b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</a:br>
            <a:r>
              <a:rPr lang="da-DK" altLang="da-DK" sz="900" b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hold </a:t>
            </a:r>
            <a:r>
              <a:rPr lang="da-DK" altLang="da-DK" sz="900" b="1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SHIFT</a:t>
            </a:r>
            <a:r>
              <a:rPr lang="da-DK" altLang="da-DK" sz="900" b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-knappen nede, mens </a:t>
            </a:r>
            <a:br>
              <a:rPr lang="da-DK" altLang="da-DK" sz="900" b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</a:br>
            <a:r>
              <a:rPr lang="da-DK" altLang="da-DK" sz="900" b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du trækker i billedets hjørner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da-DK" altLang="da-DK" sz="900" b="1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TIP: </a:t>
            </a:r>
            <a:r>
              <a:rPr lang="da-DK" altLang="da-DK" sz="900" b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Hvis du sletter billedet og indsætter </a:t>
            </a:r>
            <a:br>
              <a:rPr lang="da-DK" altLang="da-DK" sz="900" b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</a:br>
            <a:r>
              <a:rPr lang="da-DK" altLang="da-DK" sz="900" b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et nyt, kan billedet lægge sig foran tekst og grafik. Hvis dette sker, højreklik på billedet </a:t>
            </a:r>
            <a:br>
              <a:rPr lang="da-DK" altLang="da-DK" sz="900" b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</a:br>
            <a:r>
              <a:rPr lang="da-DK" altLang="da-DK" sz="900" b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og vælg </a:t>
            </a:r>
            <a:r>
              <a:rPr lang="da-DK" altLang="da-DK" sz="900" b="1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Placer bagest</a:t>
            </a:r>
          </a:p>
          <a:p>
            <a:pPr eaLnBrk="1" hangingPunct="1">
              <a:spcBef>
                <a:spcPts val="1200"/>
              </a:spcBef>
              <a:spcAft>
                <a:spcPts val="600"/>
              </a:spcAft>
              <a:defRPr/>
            </a:pPr>
            <a:r>
              <a:rPr lang="da-DK" sz="900" b="1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For at justere sidenummerering, </a:t>
            </a:r>
            <a:br>
              <a:rPr lang="da-DK" sz="900" b="1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</a:br>
            <a:r>
              <a:rPr lang="da-DK" sz="900" b="1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dato og sidefod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r>
              <a:rPr lang="da-DK" altLang="da-DK" sz="900" b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Gør dette som</a:t>
            </a:r>
            <a:r>
              <a:rPr lang="da-DK" altLang="da-DK" sz="900" b="0" baseline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det sidste i din præsentation, </a:t>
            </a:r>
            <a:br>
              <a:rPr lang="da-DK" altLang="da-DK" sz="900" b="0" baseline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</a:br>
            <a:r>
              <a:rPr lang="da-DK" altLang="da-DK" sz="900" b="0" baseline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så det slår igennem på alle slides</a:t>
            </a:r>
            <a:endParaRPr lang="da-DK" sz="900" b="1" noProof="1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pPr eaLnBrk="1" hangingPunct="1">
              <a:spcAft>
                <a:spcPts val="600"/>
              </a:spcAft>
              <a:defRPr/>
            </a:pPr>
            <a:r>
              <a:rPr lang="da-DK" altLang="da-DK" sz="900" b="1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1. </a:t>
            </a:r>
            <a:r>
              <a:rPr lang="da-DK" altLang="da-DK" sz="900" b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Klik på fanen </a:t>
            </a:r>
            <a:r>
              <a:rPr lang="da-DK" altLang="da-DK" sz="900" b="1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Indsæt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da-DK" altLang="da-DK" sz="900" b="1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2. </a:t>
            </a:r>
            <a:r>
              <a:rPr lang="da-DK" altLang="da-DK" sz="900" b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Klik </a:t>
            </a:r>
            <a:r>
              <a:rPr lang="da-DK" altLang="da-DK" sz="900" b="1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Sidehoved og Sidefod</a:t>
            </a:r>
            <a:br>
              <a:rPr lang="da-DK" altLang="da-DK" sz="900" b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</a:br>
            <a:r>
              <a:rPr lang="da-DK" altLang="da-DK" sz="900" b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(indtast evt. tekst i sidefod)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da-DK" altLang="da-DK" sz="900" b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Vælg </a:t>
            </a:r>
            <a:r>
              <a:rPr lang="da-DK" altLang="da-DK" sz="900" b="1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Anvend på alle </a:t>
            </a:r>
            <a:r>
              <a:rPr lang="da-DK" altLang="da-DK" sz="900" b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eller </a:t>
            </a:r>
            <a:r>
              <a:rPr lang="da-DK" altLang="da-DK" sz="900" b="1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Anvend</a:t>
            </a:r>
            <a:r>
              <a:rPr lang="da-DK" altLang="da-DK" sz="900" b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hvis det kun skal være på et enkelt slide</a:t>
            </a:r>
          </a:p>
        </p:txBody>
      </p:sp>
      <p:pic>
        <p:nvPicPr>
          <p:cNvPr id="24" name="6 Beskær">
            <a:extLst>
              <a:ext uri="{FF2B5EF4-FFF2-40B4-BE49-F238E27FC236}">
                <a16:creationId xmlns:a16="http://schemas.microsoft.com/office/drawing/2014/main" id="{73BFC9C5-9F8B-479D-9F8C-258E445B7163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10896525" y="1595200"/>
            <a:ext cx="337400" cy="321707"/>
          </a:xfrm>
          <a:prstGeom prst="rect">
            <a:avLst/>
          </a:prstGeom>
        </p:spPr>
      </p:pic>
      <p:pic>
        <p:nvPicPr>
          <p:cNvPr id="25" name="7 Skalér billede">
            <a:extLst>
              <a:ext uri="{FF2B5EF4-FFF2-40B4-BE49-F238E27FC236}">
                <a16:creationId xmlns:a16="http://schemas.microsoft.com/office/drawing/2014/main" id="{BC0CFA26-138E-416A-95E9-B8BD373116B3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10896525" y="2438289"/>
            <a:ext cx="359695" cy="335309"/>
          </a:xfrm>
          <a:prstGeom prst="rect">
            <a:avLst/>
          </a:prstGeom>
        </p:spPr>
      </p:pic>
      <p:sp>
        <p:nvSpPr>
          <p:cNvPr id="26" name="Fast overskrift">
            <a:extLst>
              <a:ext uri="{FF2B5EF4-FFF2-40B4-BE49-F238E27FC236}">
                <a16:creationId xmlns:a16="http://schemas.microsoft.com/office/drawing/2014/main" id="{70228264-0252-44FF-B3C8-4CBFA6043ED3}"/>
              </a:ext>
            </a:extLst>
          </p:cNvPr>
          <p:cNvSpPr txBox="1"/>
          <p:nvPr userDrawn="1"/>
        </p:nvSpPr>
        <p:spPr>
          <a:xfrm>
            <a:off x="285750" y="341583"/>
            <a:ext cx="10752137" cy="490933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3000"/>
              </a:lnSpc>
            </a:pPr>
            <a:r>
              <a:rPr lang="da-DK" sz="3200" b="0" cap="none" baseline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Brugerguide - Slet før anvendelse</a:t>
            </a:r>
          </a:p>
        </p:txBody>
      </p:sp>
    </p:spTree>
    <p:extLst>
      <p:ext uri="{BB962C8B-B14F-4D97-AF65-F5344CB8AC3E}">
        <p14:creationId xmlns:p14="http://schemas.microsoft.com/office/powerpoint/2010/main" val="1380058443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2.emf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.xml"/><Relationship Id="rId13" Type="http://schemas.openxmlformats.org/officeDocument/2006/relationships/slideLayout" Target="../slideLayouts/slideLayout31.xml"/><Relationship Id="rId3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5.xml"/><Relationship Id="rId12" Type="http://schemas.openxmlformats.org/officeDocument/2006/relationships/slideLayout" Target="../slideLayouts/slideLayout30.xml"/><Relationship Id="rId17" Type="http://schemas.openxmlformats.org/officeDocument/2006/relationships/image" Target="../media/image2.emf"/><Relationship Id="rId2" Type="http://schemas.openxmlformats.org/officeDocument/2006/relationships/slideLayout" Target="../slideLayouts/slideLayout20.xml"/><Relationship Id="rId16" Type="http://schemas.openxmlformats.org/officeDocument/2006/relationships/image" Target="../media/image1.emf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3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7.xml"/><Relationship Id="rId14" Type="http://schemas.openxmlformats.org/officeDocument/2006/relationships/slideLayout" Target="../slideLayouts/slideLayout3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image" descr="{&quot;templafy&quot;:{&quot;id&quot;:&quot;8cc3ea2b-f09f-4881-93ce-c9ddf7a7120c&quot;}}">
            <a:extLst>
              <a:ext uri="{FF2B5EF4-FFF2-40B4-BE49-F238E27FC236}">
                <a16:creationId xmlns:a16="http://schemas.microsoft.com/office/drawing/2014/main" id="{A84111AD-0D37-0EBF-2A15-4CC83B878B1F}"/>
              </a:ext>
            </a:extLst>
          </p:cNvPr>
          <p:cNvPicPr>
            <a:picLocks noChangeAspect="1"/>
          </p:cNvPicPr>
          <p:nvPr userDrawn="1"/>
        </p:nvPicPr>
        <p:blipFill>
          <a:blip r:embed="rId20"/>
          <a:stretch>
            <a:fillRect/>
          </a:stretch>
        </p:blipFill>
        <p:spPr>
          <a:xfrm>
            <a:off x="285358" y="6419983"/>
            <a:ext cx="873615" cy="194400"/>
          </a:xfrm>
          <a:prstGeom prst="rect">
            <a:avLst/>
          </a:prstGeom>
        </p:spPr>
      </p:pic>
      <p:pic>
        <p:nvPicPr>
          <p:cNvPr id="23" name="image" descr="{&quot;templafy&quot;:{&quot;id&quot;:&quot;d96fee8b-75d1-44b0-9c1b-a5de0e1a9ccc&quot;}}">
            <a:extLst>
              <a:ext uri="{FF2B5EF4-FFF2-40B4-BE49-F238E27FC236}">
                <a16:creationId xmlns:a16="http://schemas.microsoft.com/office/drawing/2014/main" id="{C38C5BBD-A59F-56FC-E271-B1607E60ED17}"/>
              </a:ext>
            </a:extLst>
          </p:cNvPr>
          <p:cNvPicPr>
            <a:picLocks noChangeAspect="1"/>
          </p:cNvPicPr>
          <p:nvPr userDrawn="1"/>
        </p:nvPicPr>
        <p:blipFill>
          <a:blip r:embed="rId21"/>
          <a:stretch>
            <a:fillRect/>
          </a:stretch>
        </p:blipFill>
        <p:spPr>
          <a:xfrm>
            <a:off x="7606365" y="6210000"/>
            <a:ext cx="4521394" cy="486000"/>
          </a:xfrm>
          <a:prstGeom prst="rect">
            <a:avLst/>
          </a:prstGeom>
        </p:spPr>
      </p:pic>
      <p:sp>
        <p:nvSpPr>
          <p:cNvPr id="27" name="Title Placeholder 1">
            <a:extLst>
              <a:ext uri="{FF2B5EF4-FFF2-40B4-BE49-F238E27FC236}">
                <a16:creationId xmlns:a16="http://schemas.microsoft.com/office/drawing/2014/main" id="{804D05FD-F2A1-6772-2885-239CA3E8CD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000" y="587675"/>
            <a:ext cx="11611900" cy="82664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da-DK"/>
              <a:t>Klik for at redigere i master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482185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70" r:id="rId3"/>
    <p:sldLayoutId id="2147483676" r:id="rId4"/>
    <p:sldLayoutId id="2147483677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  <p:sldLayoutId id="2147483687" r:id="rId12"/>
    <p:sldLayoutId id="2147483688" r:id="rId13"/>
    <p:sldLayoutId id="2147483689" r:id="rId14"/>
    <p:sldLayoutId id="2147483690" r:id="rId15"/>
    <p:sldLayoutId id="2147483691" r:id="rId16"/>
    <p:sldLayoutId id="2147483692" r:id="rId17"/>
    <p:sldLayoutId id="2147483742" r:id="rId18"/>
  </p:sldLayoutIdLst>
  <p:transition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itchFamily="34" charset="0"/>
        <a:buNone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8000" y="587675"/>
            <a:ext cx="11611900" cy="82664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da-DK"/>
              <a:t>Klik for at redigere i master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88000" y="1961999"/>
            <a:ext cx="11612364" cy="367487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 noProof="0"/>
              <a:t>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  <a:p>
            <a:pPr lvl="5"/>
            <a:r>
              <a:rPr lang="en-GB" noProof="0"/>
              <a:t>6</a:t>
            </a:r>
          </a:p>
          <a:p>
            <a:pPr lvl="6"/>
            <a:r>
              <a:rPr lang="en-GB" noProof="0"/>
              <a:t>7</a:t>
            </a:r>
          </a:p>
          <a:p>
            <a:pPr lvl="7"/>
            <a:r>
              <a:rPr lang="en-GB" noProof="0"/>
              <a:t>8</a:t>
            </a:r>
          </a:p>
          <a:p>
            <a:pPr lvl="8"/>
            <a:r>
              <a:rPr lang="en-GB" noProof="0"/>
              <a:t>9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649075" y="6419522"/>
            <a:ext cx="245270" cy="180279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r" defTabSz="9144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4C8C45C-947F-4981-8B3F-4F32E973C901}" type="slidenum">
              <a:rPr lang="en-GB" smtClean="0"/>
              <a:t>‹nr.›</a:t>
            </a:fld>
            <a:endParaRPr lang="en-GB"/>
          </a:p>
        </p:txBody>
      </p:sp>
      <p:sp>
        <p:nvSpPr>
          <p:cNvPr id="7" name="Date Placeholder 6" hidden="1">
            <a:extLst>
              <a:ext uri="{FF2B5EF4-FFF2-40B4-BE49-F238E27FC236}">
                <a16:creationId xmlns:a16="http://schemas.microsoft.com/office/drawing/2014/main" id="{6A7B15E4-8FF3-49BC-992D-C353F6D1824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flipH="1">
            <a:off x="0" y="6847200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9922AB5-BE87-4C18-AC0C-7680F362E3E2}" type="datetime3">
              <a:rPr lang="da-DK" smtClean="0"/>
              <a:t>24.09.2026</a:t>
            </a:fld>
            <a:endParaRPr lang="da-DK"/>
          </a:p>
        </p:txBody>
      </p:sp>
      <p:pic>
        <p:nvPicPr>
          <p:cNvPr id="491898232" name="image" descr="{&quot;templafy&quot;:{&quot;id&quot;:&quot;8cc3ea2b-f09f-4881-93ce-c9ddf7a7120c&quot;}}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85358" y="6419983"/>
            <a:ext cx="873615" cy="194400"/>
          </a:xfrm>
          <a:prstGeom prst="rect">
            <a:avLst/>
          </a:prstGeom>
        </p:spPr>
      </p:pic>
      <p:pic>
        <p:nvPicPr>
          <p:cNvPr id="1211805733" name="image" descr="{&quot;templafy&quot;:{&quot;id&quot;:&quot;d96fee8b-75d1-44b0-9c1b-a5de0e1a9ccc&quot;}}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606365" y="6210000"/>
            <a:ext cx="4521394" cy="4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9999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723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  <p:sldLayoutId id="2147483738" r:id="rId12"/>
    <p:sldLayoutId id="2147483739" r:id="rId13"/>
    <p:sldLayoutId id="2147483740" r:id="rId14"/>
  </p:sldLayoutIdLst>
  <p:transition/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2000" indent="-252000" algn="l" defTabSz="914400" rtl="0" eaLnBrk="1" latinLnBrk="0" hangingPunct="1">
        <a:lnSpc>
          <a:spcPct val="110000"/>
        </a:lnSpc>
        <a:spcBef>
          <a:spcPct val="0"/>
        </a:spcBef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504000" indent="-252000" algn="l" defTabSz="914400" rtl="0" eaLnBrk="1" latinLnBrk="0" hangingPunct="1">
        <a:lnSpc>
          <a:spcPct val="110000"/>
        </a:lnSpc>
        <a:spcBef>
          <a:spcPct val="0"/>
        </a:spcBef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56000" indent="-252000" algn="l" defTabSz="914400" rtl="0" eaLnBrk="1" latinLnBrk="0" hangingPunct="1">
        <a:lnSpc>
          <a:spcPct val="110000"/>
        </a:lnSpc>
        <a:spcBef>
          <a:spcPct val="0"/>
        </a:spcBef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0" indent="0" algn="l" defTabSz="914400" rtl="0" eaLnBrk="1" latinLnBrk="0" hangingPunct="1">
        <a:lnSpc>
          <a:spcPct val="110000"/>
        </a:lnSpc>
        <a:spcBef>
          <a:spcPct val="0"/>
        </a:spcBef>
        <a:buFont typeface="Arial" pitchFamily="34" charset="0"/>
        <a:buChar char="​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0" indent="0" algn="l" defTabSz="914400" rtl="0" eaLnBrk="1" latinLnBrk="0" hangingPunct="1">
        <a:lnSpc>
          <a:spcPct val="110000"/>
        </a:lnSpc>
        <a:spcBef>
          <a:spcPct val="0"/>
        </a:spcBef>
        <a:buFont typeface="Arial" pitchFamily="34" charset="0"/>
        <a:buChar char="​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2000" indent="-252000" algn="l" defTabSz="914400" rtl="0" eaLnBrk="1" latinLnBrk="0" hangingPunct="1">
        <a:lnSpc>
          <a:spcPct val="110000"/>
        </a:lnSpc>
        <a:spcBef>
          <a:spcPct val="0"/>
        </a:spcBef>
        <a:buFont typeface="+mj-lt"/>
        <a:buAutoNum type="arabicPeriod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52000" indent="-252000" algn="l" defTabSz="914400" rtl="0" eaLnBrk="1" latinLnBrk="0" hangingPunct="1">
        <a:lnSpc>
          <a:spcPct val="110000"/>
        </a:lnSpc>
        <a:spcBef>
          <a:spcPct val="0"/>
        </a:spcBef>
        <a:buFont typeface="+mj-lt"/>
        <a:buAutoNum type="alphaLcPeriod"/>
        <a:defRPr sz="12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52000" indent="-252000" algn="l" defTabSz="914400" rtl="0" eaLnBrk="1" latinLnBrk="0" hangingPunct="1">
        <a:lnSpc>
          <a:spcPct val="110000"/>
        </a:lnSpc>
        <a:spcBef>
          <a:spcPct val="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504000" indent="-252000" algn="l" defTabSz="914400" rtl="0" eaLnBrk="1" latinLnBrk="0" hangingPunct="1">
        <a:lnSpc>
          <a:spcPct val="110000"/>
        </a:lnSpc>
        <a:spcBef>
          <a:spcPct val="0"/>
        </a:spcBef>
        <a:buFont typeface="Arial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180" userDrawn="1">
          <p15:clr>
            <a:srgbClr val="F26B43"/>
          </p15:clr>
        </p15:guide>
        <p15:guide id="3" orient="horz" pos="368" userDrawn="1">
          <p15:clr>
            <a:srgbClr val="F26B43"/>
          </p15:clr>
        </p15:guide>
        <p15:guide id="4" pos="7496" userDrawn="1">
          <p15:clr>
            <a:srgbClr val="F26B43"/>
          </p15:clr>
        </p15:guide>
        <p15:guide id="5" orient="horz" pos="3974" userDrawn="1">
          <p15:clr>
            <a:srgbClr val="F26B43"/>
          </p15:clr>
        </p15:guide>
        <p15:guide id="6" orient="horz" pos="892" userDrawn="1">
          <p15:clr>
            <a:srgbClr val="F26B43"/>
          </p15:clr>
        </p15:guide>
        <p15:guide id="7" orient="horz" pos="1235" userDrawn="1">
          <p15:clr>
            <a:srgbClr val="F26B43"/>
          </p15:clr>
        </p15:guide>
        <p15:guide id="8" orient="horz" pos="355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9.xml"/><Relationship Id="rId2" Type="http://schemas.openxmlformats.org/officeDocument/2006/relationships/customXml" Target="../../customXml/item4.xml"/><Relationship Id="rId1" Type="http://schemas.openxmlformats.org/officeDocument/2006/relationships/customXml" Target="../../customXml/item3.xml"/><Relationship Id="rId6" Type="http://schemas.openxmlformats.org/officeDocument/2006/relationships/image" Target="../media/image11.jpg"/><Relationship Id="rId5" Type="http://schemas.openxmlformats.org/officeDocument/2006/relationships/image" Target="../media/image10.jp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customXml" Target="../../customXml/item6.xml"/><Relationship Id="rId1" Type="http://schemas.openxmlformats.org/officeDocument/2006/relationships/customXml" Target="../../customXml/item5.xml"/><Relationship Id="rId4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customXml" Target="../../customXml/item8.xml"/><Relationship Id="rId1" Type="http://schemas.openxmlformats.org/officeDocument/2006/relationships/customXml" Target="../../customXml/item7.xml"/><Relationship Id="rId5" Type="http://schemas.openxmlformats.org/officeDocument/2006/relationships/image" Target="../media/image13.jpg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customXml" Target="../../customXml/item10.xml"/><Relationship Id="rId1" Type="http://schemas.openxmlformats.org/officeDocument/2006/relationships/customXml" Target="../../customXml/item9.xml"/><Relationship Id="rId6" Type="http://schemas.openxmlformats.org/officeDocument/2006/relationships/image" Target="../media/image14.png"/><Relationship Id="rId5" Type="http://schemas.openxmlformats.org/officeDocument/2006/relationships/customXml" Target="../ink/ink1.xml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slideLayout" Target="../slideLayouts/slideLayout2.xml"/><Relationship Id="rId7" Type="http://schemas.openxmlformats.org/officeDocument/2006/relationships/customXml" Target="../ink/ink2.xml"/><Relationship Id="rId2" Type="http://schemas.openxmlformats.org/officeDocument/2006/relationships/customXml" Target="../../customXml/item12.xml"/><Relationship Id="rId1" Type="http://schemas.openxmlformats.org/officeDocument/2006/relationships/customXml" Target="../../customXml/item11.xml"/><Relationship Id="rId6" Type="http://schemas.openxmlformats.org/officeDocument/2006/relationships/hyperlink" Target="https://portal.azure.com/#view/Microsoft_Azure_Marketplace/MarketplaceOffersBlade/selectedMenuItemId/" TargetMode="External"/><Relationship Id="rId5" Type="http://schemas.openxmlformats.org/officeDocument/2006/relationships/image" Target="../media/image15.jp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14.png"/><Relationship Id="rId2" Type="http://schemas.openxmlformats.org/officeDocument/2006/relationships/customXml" Target="../../customXml/item14.xml"/><Relationship Id="rId1" Type="http://schemas.openxmlformats.org/officeDocument/2006/relationships/customXml" Target="../../customXml/item13.xml"/><Relationship Id="rId6" Type="http://schemas.openxmlformats.org/officeDocument/2006/relationships/customXml" Target="../ink/ink3.xml"/><Relationship Id="rId5" Type="http://schemas.openxmlformats.org/officeDocument/2006/relationships/image" Target="../media/image12.png"/><Relationship Id="rId4" Type="http://schemas.openxmlformats.org/officeDocument/2006/relationships/notesSlide" Target="../notesSlides/notesSlide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14.png"/><Relationship Id="rId2" Type="http://schemas.openxmlformats.org/officeDocument/2006/relationships/customXml" Target="../../customXml/item16.xml"/><Relationship Id="rId1" Type="http://schemas.openxmlformats.org/officeDocument/2006/relationships/customXml" Target="../../customXml/item15.xml"/><Relationship Id="rId6" Type="http://schemas.openxmlformats.org/officeDocument/2006/relationships/customXml" Target="../ink/ink4.xml"/><Relationship Id="rId5" Type="http://schemas.openxmlformats.org/officeDocument/2006/relationships/image" Target="../media/image12.png"/><Relationship Id="rId4" Type="http://schemas.openxmlformats.org/officeDocument/2006/relationships/notesSlide" Target="../notesSlides/notesSlide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customXml" Target="../../customXml/item18.xml"/><Relationship Id="rId1" Type="http://schemas.openxmlformats.org/officeDocument/2006/relationships/customXml" Target="../../customXml/item17.xml"/><Relationship Id="rId6" Type="http://schemas.openxmlformats.org/officeDocument/2006/relationships/image" Target="../media/image14.png"/><Relationship Id="rId5" Type="http://schemas.openxmlformats.org/officeDocument/2006/relationships/customXml" Target="../ink/ink5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9.xml"/><Relationship Id="rId2" Type="http://schemas.openxmlformats.org/officeDocument/2006/relationships/customXml" Target="../../customXml/item20.xml"/><Relationship Id="rId1" Type="http://schemas.openxmlformats.org/officeDocument/2006/relationships/customXml" Target="../../customXml/item19.xml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Billede 6">
            <a:extLst>
              <a:ext uri="{FF2B5EF4-FFF2-40B4-BE49-F238E27FC236}">
                <a16:creationId xmlns:a16="http://schemas.microsoft.com/office/drawing/2014/main" id="{F01666BF-AAEA-4869-9081-9303703ABB2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6592" cy="6237312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B33ED8-1B47-4327-8F05-73E798EC0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a-DK"/>
              <a:t>.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EA4C535-EC1E-4F9C-B11D-8F58AA1F943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27498" y="5386750"/>
            <a:ext cx="11633198" cy="850562"/>
          </a:xfrm>
        </p:spPr>
        <p:txBody>
          <a:bodyPr/>
          <a:lstStyle/>
          <a:p>
            <a:r>
              <a:rPr lang="da-DK" sz="5400" b="1" dirty="0">
                <a:solidFill>
                  <a:schemeClr val="tx2">
                    <a:lumMod val="75000"/>
                  </a:schemeClr>
                </a:solidFill>
              </a:rPr>
              <a:t>  Sune Andersen (SUAN@)</a:t>
            </a:r>
          </a:p>
          <a:p>
            <a:endParaRPr lang="da-DK" dirty="0"/>
          </a:p>
        </p:txBody>
      </p:sp>
      <p:pic>
        <p:nvPicPr>
          <p:cNvPr id="3" name="Billede 2">
            <a:extLst>
              <a:ext uri="{FF2B5EF4-FFF2-40B4-BE49-F238E27FC236}">
                <a16:creationId xmlns:a16="http://schemas.microsoft.com/office/drawing/2014/main" id="{96D407A7-9C54-8543-7331-8035B54C1A1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4432" y="4107960"/>
            <a:ext cx="1728192" cy="1728192"/>
          </a:xfrm>
          <a:prstGeom prst="rect">
            <a:avLst/>
          </a:prstGeom>
        </p:spPr>
      </p:pic>
      <p:sp>
        <p:nvSpPr>
          <p:cNvPr id="10" name="Titel 9">
            <a:extLst>
              <a:ext uri="{FF2B5EF4-FFF2-40B4-BE49-F238E27FC236}">
                <a16:creationId xmlns:a16="http://schemas.microsoft.com/office/drawing/2014/main" id="{BF518C7C-3DFE-0DA6-931B-6F5675AEE2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7368" y="692696"/>
            <a:ext cx="11489182" cy="1810432"/>
          </a:xfrm>
        </p:spPr>
        <p:txBody>
          <a:bodyPr/>
          <a:lstStyle/>
          <a:p>
            <a:r>
              <a:rPr lang="da-DK" b="1" dirty="0">
                <a:solidFill>
                  <a:schemeClr val="tx2"/>
                </a:solidFill>
              </a:rPr>
              <a:t>Udvidet netværksteknologi</a:t>
            </a:r>
            <a:br>
              <a:rPr lang="da-DK" b="1" dirty="0">
                <a:solidFill>
                  <a:schemeClr val="tx2"/>
                </a:solidFill>
              </a:rPr>
            </a:br>
            <a:r>
              <a:rPr lang="da-DK" b="1" dirty="0">
                <a:solidFill>
                  <a:schemeClr val="tx2"/>
                </a:solidFill>
              </a:rPr>
              <a:t>                             for 3 </a:t>
            </a:r>
            <a:r>
              <a:rPr lang="da-DK" b="1" dirty="0" err="1">
                <a:solidFill>
                  <a:schemeClr val="tx2"/>
                </a:solidFill>
              </a:rPr>
              <a:t>sem</a:t>
            </a:r>
            <a:r>
              <a:rPr lang="da-DK" b="1" dirty="0">
                <a:solidFill>
                  <a:schemeClr val="tx2"/>
                </a:solidFill>
              </a:rPr>
              <a:t>.</a:t>
            </a:r>
            <a:br>
              <a:rPr lang="da-DK" b="1" dirty="0">
                <a:solidFill>
                  <a:schemeClr val="tx2"/>
                </a:solidFill>
              </a:rPr>
            </a:br>
            <a:r>
              <a:rPr lang="da-DK" b="1" dirty="0">
                <a:solidFill>
                  <a:schemeClr val="accent2">
                    <a:lumMod val="75000"/>
                  </a:schemeClr>
                </a:solidFill>
              </a:rPr>
              <a:t>      </a:t>
            </a:r>
            <a:r>
              <a:rPr lang="da-DK" sz="4000" b="1" dirty="0">
                <a:solidFill>
                  <a:schemeClr val="accent2">
                    <a:lumMod val="75000"/>
                  </a:schemeClr>
                </a:solidFill>
              </a:rPr>
              <a:t>Monitor og sikkerhed på Cloud</a:t>
            </a:r>
            <a:endParaRPr lang="da-DK" sz="4000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2190216850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4" descr="A yellow symbol on a black background&#10;&#10;Description automatically generated">
            <a:extLst>
              <a:ext uri="{FF2B5EF4-FFF2-40B4-BE49-F238E27FC236}">
                <a16:creationId xmlns:a16="http://schemas.microsoft.com/office/drawing/2014/main" id="{38129F4D-1A15-14A3-FA1A-0C810047E324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6026" b="-6026"/>
          <a:stretch>
            <a:fillRect/>
          </a:stretch>
        </p:blipFill>
        <p:spPr/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833CE055-CCB8-C10A-5D50-3C0C676E2F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000" y="342142"/>
            <a:ext cx="6593091" cy="2376906"/>
          </a:xfrm>
        </p:spPr>
        <p:txBody>
          <a:bodyPr/>
          <a:lstStyle/>
          <a:p>
            <a:pPr marL="139700" lvl="0">
              <a:spcBef>
                <a:spcPts val="0"/>
              </a:spcBef>
              <a:buSzPts val="1400"/>
            </a:pPr>
            <a:r>
              <a:rPr lang="da-DK" dirty="0"/>
              <a:t>I dag :</a:t>
            </a:r>
            <a:br>
              <a:rPr lang="da-DK" dirty="0"/>
            </a:br>
            <a:endParaRPr lang="en-DK" sz="2800" dirty="0"/>
          </a:p>
        </p:txBody>
      </p:sp>
      <p:sp>
        <p:nvSpPr>
          <p:cNvPr id="4" name="Tekstfelt 3">
            <a:extLst>
              <a:ext uri="{FF2B5EF4-FFF2-40B4-BE49-F238E27FC236}">
                <a16:creationId xmlns:a16="http://schemas.microsoft.com/office/drawing/2014/main" id="{6E626A67-A0D8-38B5-F21E-95BEFF8B6E55}"/>
              </a:ext>
            </a:extLst>
          </p:cNvPr>
          <p:cNvSpPr txBox="1"/>
          <p:nvPr/>
        </p:nvSpPr>
        <p:spPr>
          <a:xfrm>
            <a:off x="623392" y="2018309"/>
            <a:ext cx="7992888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da-DK" sz="2000" b="1" dirty="0">
                <a:solidFill>
                  <a:schemeClr val="accent5"/>
                </a:solidFill>
              </a:rPr>
              <a:t>Hvad var IaaS , </a:t>
            </a:r>
            <a:r>
              <a:rPr lang="da-DK" sz="2000" b="1" dirty="0" err="1">
                <a:solidFill>
                  <a:schemeClr val="accent5"/>
                </a:solidFill>
              </a:rPr>
              <a:t>Paas</a:t>
            </a:r>
            <a:r>
              <a:rPr lang="da-DK" sz="2000" b="1" dirty="0">
                <a:solidFill>
                  <a:schemeClr val="accent5"/>
                </a:solidFill>
              </a:rPr>
              <a:t> og SaaS?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da-DK" sz="2000" b="1" dirty="0">
              <a:solidFill>
                <a:schemeClr val="accent5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a-DK" sz="2000" b="1" dirty="0">
                <a:solidFill>
                  <a:schemeClr val="accent5"/>
                </a:solidFill>
              </a:rPr>
              <a:t>Hvad betaler vi for?</a:t>
            </a:r>
          </a:p>
          <a:p>
            <a:endParaRPr lang="da-DK" sz="2000" b="1" dirty="0">
              <a:solidFill>
                <a:schemeClr val="accent5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a-DK" sz="2000" b="1" dirty="0" err="1">
                <a:solidFill>
                  <a:schemeClr val="accent5"/>
                </a:solidFill>
              </a:rPr>
              <a:t>Monitoring</a:t>
            </a:r>
            <a:r>
              <a:rPr lang="da-DK" sz="2000" b="1" dirty="0">
                <a:solidFill>
                  <a:schemeClr val="accent5"/>
                </a:solidFill>
              </a:rPr>
              <a:t> i </a:t>
            </a:r>
            <a:r>
              <a:rPr lang="da-DK" sz="2000" b="1" dirty="0" err="1">
                <a:solidFill>
                  <a:schemeClr val="accent5"/>
                </a:solidFill>
              </a:rPr>
              <a:t>Azure</a:t>
            </a:r>
            <a:r>
              <a:rPr lang="da-DK" sz="2000" b="1" dirty="0">
                <a:solidFill>
                  <a:schemeClr val="accent5"/>
                </a:solidFill>
              </a:rPr>
              <a:t> : SaaS – </a:t>
            </a:r>
            <a:r>
              <a:rPr lang="da-DK" sz="2000" b="1" dirty="0" err="1">
                <a:solidFill>
                  <a:schemeClr val="accent5"/>
                </a:solidFill>
              </a:rPr>
              <a:t>Grafana</a:t>
            </a:r>
            <a:r>
              <a:rPr lang="da-DK" sz="2000" b="1" dirty="0">
                <a:solidFill>
                  <a:schemeClr val="accent5"/>
                </a:solidFill>
              </a:rPr>
              <a:t> Cloud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da-DK" sz="2000" b="1" dirty="0">
              <a:solidFill>
                <a:schemeClr val="accent5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a-DK" sz="2000" b="1" dirty="0">
                <a:solidFill>
                  <a:schemeClr val="accent5"/>
                </a:solidFill>
              </a:rPr>
              <a:t>Findes der en billigere løsning? VPS </a:t>
            </a:r>
            <a:r>
              <a:rPr lang="da-DK" sz="2000" b="1" dirty="0" err="1">
                <a:solidFill>
                  <a:schemeClr val="accent5"/>
                </a:solidFill>
              </a:rPr>
              <a:t>hosting</a:t>
            </a:r>
            <a:r>
              <a:rPr lang="da-DK" sz="2000" b="1" dirty="0">
                <a:solidFill>
                  <a:schemeClr val="accent5"/>
                </a:solidFill>
              </a:rPr>
              <a:t> !</a:t>
            </a:r>
          </a:p>
          <a:p>
            <a:endParaRPr lang="da-DK" sz="2000" b="1" dirty="0">
              <a:solidFill>
                <a:schemeClr val="accent5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a-DK" sz="2000" b="1" dirty="0">
                <a:solidFill>
                  <a:schemeClr val="accent4"/>
                </a:solidFill>
              </a:rPr>
              <a:t>Afsluttende refleksion</a:t>
            </a:r>
          </a:p>
          <a:p>
            <a:endParaRPr lang="da-DK" sz="2000" b="1" dirty="0">
              <a:solidFill>
                <a:schemeClr val="accent5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a-DK" sz="2000" b="1" dirty="0">
                <a:solidFill>
                  <a:schemeClr val="accent5"/>
                </a:solidFill>
              </a:rPr>
              <a:t>Opgave 4 - </a:t>
            </a:r>
            <a:r>
              <a:rPr lang="da-DK" sz="2000" b="1" dirty="0">
                <a:solidFill>
                  <a:schemeClr val="accent4"/>
                </a:solidFill>
              </a:rPr>
              <a:t>Case – fra </a:t>
            </a:r>
            <a:r>
              <a:rPr lang="da-DK" sz="2000" b="1" dirty="0" err="1">
                <a:solidFill>
                  <a:schemeClr val="accent4"/>
                </a:solidFill>
              </a:rPr>
              <a:t>deployment</a:t>
            </a:r>
            <a:r>
              <a:rPr lang="da-DK" sz="2000" b="1" dirty="0">
                <a:solidFill>
                  <a:schemeClr val="accent4"/>
                </a:solidFill>
              </a:rPr>
              <a:t> til </a:t>
            </a:r>
            <a:r>
              <a:rPr lang="da-DK" sz="2000" b="1" dirty="0" err="1">
                <a:solidFill>
                  <a:schemeClr val="accent4"/>
                </a:solidFill>
              </a:rPr>
              <a:t>monitoring</a:t>
            </a:r>
            <a:endParaRPr lang="da-DK" sz="2000" dirty="0">
              <a:solidFill>
                <a:schemeClr val="accent4"/>
              </a:solidFill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da-DK" sz="2000" b="1" dirty="0">
              <a:solidFill>
                <a:schemeClr val="accent5"/>
              </a:solidFill>
            </a:endParaRPr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1270353214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6233D1-7C05-8BE6-6DD6-2246C2BD91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4" descr="A yellow symbol on a black background&#10;&#10;Description automatically generated">
            <a:extLst>
              <a:ext uri="{FF2B5EF4-FFF2-40B4-BE49-F238E27FC236}">
                <a16:creationId xmlns:a16="http://schemas.microsoft.com/office/drawing/2014/main" id="{ECFF6243-A3D1-D314-2166-1A1D3C8BAB26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6026" b="-6026"/>
          <a:stretch>
            <a:fillRect/>
          </a:stretch>
        </p:blipFill>
        <p:spPr/>
      </p:pic>
      <p:sp>
        <p:nvSpPr>
          <p:cNvPr id="7" name="Tekstfelt 6">
            <a:extLst>
              <a:ext uri="{FF2B5EF4-FFF2-40B4-BE49-F238E27FC236}">
                <a16:creationId xmlns:a16="http://schemas.microsoft.com/office/drawing/2014/main" id="{AA0A89B3-A362-9AAD-8F5F-4DFE4F58EF78}"/>
              </a:ext>
            </a:extLst>
          </p:cNvPr>
          <p:cNvSpPr txBox="1"/>
          <p:nvPr/>
        </p:nvSpPr>
        <p:spPr>
          <a:xfrm>
            <a:off x="263352" y="377766"/>
            <a:ext cx="609456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a-DK" sz="3200" b="1" dirty="0">
                <a:solidFill>
                  <a:schemeClr val="accent5"/>
                </a:solidFill>
              </a:rPr>
              <a:t>Hvad var IaaS , </a:t>
            </a:r>
            <a:r>
              <a:rPr lang="da-DK" sz="3200" b="1" dirty="0" err="1">
                <a:solidFill>
                  <a:schemeClr val="accent5"/>
                </a:solidFill>
              </a:rPr>
              <a:t>Paas</a:t>
            </a:r>
            <a:r>
              <a:rPr lang="da-DK" sz="3200" b="1" dirty="0">
                <a:solidFill>
                  <a:schemeClr val="accent5"/>
                </a:solidFill>
              </a:rPr>
              <a:t> og SaaS?</a:t>
            </a:r>
            <a:endParaRPr lang="da-DK" sz="2800" dirty="0"/>
          </a:p>
        </p:txBody>
      </p:sp>
      <p:pic>
        <p:nvPicPr>
          <p:cNvPr id="9" name="Billede 8">
            <a:extLst>
              <a:ext uri="{FF2B5EF4-FFF2-40B4-BE49-F238E27FC236}">
                <a16:creationId xmlns:a16="http://schemas.microsoft.com/office/drawing/2014/main" id="{259F4B9B-15A0-6B3F-52FF-AC5549DE06B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400" y="1009265"/>
            <a:ext cx="8568952" cy="4820036"/>
          </a:xfrm>
          <a:prstGeom prst="rect">
            <a:avLst/>
          </a:prstGeom>
        </p:spPr>
      </p:pic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2249092392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5599A3-1F1E-0266-2A85-77474A2272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Placeholder 4" descr="A yellow symbol on a black background&#10;&#10;Description automatically generated">
            <a:extLst>
              <a:ext uri="{FF2B5EF4-FFF2-40B4-BE49-F238E27FC236}">
                <a16:creationId xmlns:a16="http://schemas.microsoft.com/office/drawing/2014/main" id="{95587336-3D67-0CAE-143F-7232D907535A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6026" b="-6026"/>
          <a:stretch>
            <a:fillRect/>
          </a:stretch>
        </p:blipFill>
        <p:spPr>
          <a:xfrm>
            <a:off x="9552384" y="4221088"/>
            <a:ext cx="2400300" cy="1779587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27" name="Håndskrift 26">
                <a:extLst>
                  <a:ext uri="{FF2B5EF4-FFF2-40B4-BE49-F238E27FC236}">
                    <a16:creationId xmlns:a16="http://schemas.microsoft.com/office/drawing/2014/main" id="{691C8B84-09C1-B663-3CFB-BDCAA15E38AC}"/>
                  </a:ext>
                </a:extLst>
              </p14:cNvPr>
              <p14:cNvContentPartPr/>
              <p14:nvPr/>
            </p14:nvContentPartPr>
            <p14:xfrm>
              <a:off x="-488127" y="5122645"/>
              <a:ext cx="360" cy="360"/>
            </p14:xfrm>
          </p:contentPart>
        </mc:Choice>
        <mc:Fallback>
          <p:pic>
            <p:nvPicPr>
              <p:cNvPr id="27" name="Håndskrift 26">
                <a:extLst>
                  <a:ext uri="{FF2B5EF4-FFF2-40B4-BE49-F238E27FC236}">
                    <a16:creationId xmlns:a16="http://schemas.microsoft.com/office/drawing/2014/main" id="{691C8B84-09C1-B663-3CFB-BDCAA15E38AC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-494247" y="5116525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30" name="TextBox 1">
            <a:extLst>
              <a:ext uri="{FF2B5EF4-FFF2-40B4-BE49-F238E27FC236}">
                <a16:creationId xmlns:a16="http://schemas.microsoft.com/office/drawing/2014/main" id="{CE97E7B8-894F-4C18-79F3-A8D5912CF69E}"/>
              </a:ext>
            </a:extLst>
          </p:cNvPr>
          <p:cNvSpPr txBox="1"/>
          <p:nvPr/>
        </p:nvSpPr>
        <p:spPr>
          <a:xfrm>
            <a:off x="640080" y="411480"/>
            <a:ext cx="8883017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rPr dirty="0" err="1">
                <a:solidFill>
                  <a:schemeClr val="accent5"/>
                </a:solidFill>
              </a:rPr>
              <a:t>Hvad</a:t>
            </a:r>
            <a:r>
              <a:rPr dirty="0">
                <a:solidFill>
                  <a:schemeClr val="accent5"/>
                </a:solidFill>
              </a:rPr>
              <a:t> </a:t>
            </a:r>
            <a:r>
              <a:rPr dirty="0" err="1">
                <a:solidFill>
                  <a:schemeClr val="accent5"/>
                </a:solidFill>
              </a:rPr>
              <a:t>betaler</a:t>
            </a:r>
            <a:r>
              <a:rPr dirty="0">
                <a:solidFill>
                  <a:schemeClr val="accent5"/>
                </a:solidFill>
              </a:rPr>
              <a:t> vi for?</a:t>
            </a:r>
          </a:p>
        </p:txBody>
      </p:sp>
      <p:graphicFrame>
        <p:nvGraphicFramePr>
          <p:cNvPr id="32" name="Table 2">
            <a:extLst>
              <a:ext uri="{FF2B5EF4-FFF2-40B4-BE49-F238E27FC236}">
                <a16:creationId xmlns:a16="http://schemas.microsoft.com/office/drawing/2014/main" id="{682A988C-ABD0-76DB-FE0A-00A1982681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3106414"/>
              </p:ext>
            </p:extLst>
          </p:nvPr>
        </p:nvGraphicFramePr>
        <p:xfrm>
          <a:off x="594360" y="1371600"/>
          <a:ext cx="8957664" cy="41452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94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394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394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3941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90879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41414"/>
                          </a:solidFill>
                        </a:defRPr>
                      </a:pPr>
                      <a:r>
                        <a:t>Omkostning</a:t>
                      </a:r>
                    </a:p>
                  </a:txBody>
                  <a:tcPr marL="73152" marR="73152" anchor="ctr">
                    <a:solidFill>
                      <a:srgbClr val="FFF5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41414"/>
                          </a:solidFill>
                        </a:defRPr>
                      </a:pPr>
                      <a:r>
                        <a:rPr dirty="0">
                          <a:solidFill>
                            <a:schemeClr val="bg1"/>
                          </a:solidFill>
                        </a:rPr>
                        <a:t>IaaS </a:t>
                      </a:r>
                      <a:r>
                        <a:rPr dirty="0" err="1">
                          <a:solidFill>
                            <a:schemeClr val="bg1"/>
                          </a:solidFill>
                        </a:rPr>
                        <a:t>på</a:t>
                      </a:r>
                      <a:r>
                        <a:rPr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dirty="0" err="1">
                          <a:solidFill>
                            <a:schemeClr val="bg1"/>
                          </a:solidFill>
                        </a:rPr>
                        <a:t>eksisterende</a:t>
                      </a:r>
                      <a:r>
                        <a:rPr dirty="0">
                          <a:solidFill>
                            <a:schemeClr val="bg1"/>
                          </a:solidFill>
                        </a:rPr>
                        <a:t> VM</a:t>
                      </a:r>
                    </a:p>
                  </a:txBody>
                  <a:tcPr marL="73152" marR="73152" anchor="ctr"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41414"/>
                          </a:solidFill>
                        </a:defRPr>
                      </a:pPr>
                      <a:r>
                        <a:t>Managed Azure</a:t>
                      </a:r>
                    </a:p>
                  </a:txBody>
                  <a:tcPr marL="73152" marR="73152" anchor="ctr">
                    <a:solidFill>
                      <a:srgbClr val="FFF5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41414"/>
                          </a:solidFill>
                        </a:defRPr>
                      </a:pPr>
                      <a:r>
                        <a:t>SaaS</a:t>
                      </a:r>
                    </a:p>
                  </a:txBody>
                  <a:tcPr marL="73152" marR="73152" anchor="ctr">
                    <a:solidFill>
                      <a:srgbClr val="FFF58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0879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FFFFFF"/>
                          </a:solidFill>
                        </a:defRPr>
                      </a:pPr>
                      <a:r>
                        <a:t>Grafana-software</a:t>
                      </a:r>
                    </a:p>
                  </a:txBody>
                  <a:tcPr marL="73152" marR="73152" anchor="ctr"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</a:defRPr>
                      </a:pPr>
                      <a:r>
                        <a:rPr dirty="0">
                          <a:solidFill>
                            <a:schemeClr val="bg1"/>
                          </a:solidFill>
                        </a:rPr>
                        <a:t>Open source</a:t>
                      </a:r>
                    </a:p>
                  </a:txBody>
                  <a:tcPr marL="73152" marR="73152" anchor="ctr"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</a:defRPr>
                      </a:pPr>
                      <a:r>
                        <a:t>Service</a:t>
                      </a:r>
                    </a:p>
                  </a:txBody>
                  <a:tcPr marL="73152" marR="73152" anchor="ctr"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</a:defRPr>
                      </a:pPr>
                      <a:r>
                        <a:t>Inkluderet</a:t>
                      </a:r>
                    </a:p>
                  </a:txBody>
                  <a:tcPr marL="73152" marR="73152" anchor="ctr">
                    <a:solidFill>
                      <a:srgbClr val="1414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0879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FFFFFF"/>
                          </a:solidFill>
                        </a:defRPr>
                      </a:pPr>
                      <a:r>
                        <a:t>Compute</a:t>
                      </a:r>
                    </a:p>
                  </a:txBody>
                  <a:tcPr marL="73152" marR="73152" anchor="ctr"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</a:defRPr>
                      </a:pPr>
                      <a:r>
                        <a:rPr dirty="0" err="1">
                          <a:solidFill>
                            <a:schemeClr val="bg1"/>
                          </a:solidFill>
                        </a:rPr>
                        <a:t>Eksisterende</a:t>
                      </a:r>
                      <a:r>
                        <a:rPr dirty="0">
                          <a:solidFill>
                            <a:schemeClr val="bg1"/>
                          </a:solidFill>
                        </a:rPr>
                        <a:t> VM</a:t>
                      </a:r>
                    </a:p>
                  </a:txBody>
                  <a:tcPr marL="73152" marR="73152" anchor="ctr"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</a:defRPr>
                      </a:pPr>
                      <a:r>
                        <a:t>Managed service</a:t>
                      </a:r>
                    </a:p>
                  </a:txBody>
                  <a:tcPr marL="73152" marR="73152" anchor="ctr"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</a:defRPr>
                      </a:pPr>
                      <a:r>
                        <a:t>Provider</a:t>
                      </a:r>
                    </a:p>
                  </a:txBody>
                  <a:tcPr marL="73152" marR="73152" anchor="ctr">
                    <a:solidFill>
                      <a:srgbClr val="1414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0879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FFFFFF"/>
                          </a:solidFill>
                        </a:defRPr>
                      </a:pPr>
                      <a:r>
                        <a:t>Storage / metrics</a:t>
                      </a:r>
                    </a:p>
                  </a:txBody>
                  <a:tcPr marL="73152" marR="73152" anchor="ctr"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</a:defRPr>
                      </a:pPr>
                      <a:r>
                        <a:rPr dirty="0">
                          <a:solidFill>
                            <a:schemeClr val="bg1"/>
                          </a:solidFill>
                        </a:rPr>
                        <a:t>Egen </a:t>
                      </a:r>
                      <a:r>
                        <a:rPr dirty="0" err="1">
                          <a:solidFill>
                            <a:schemeClr val="bg1"/>
                          </a:solidFill>
                        </a:rPr>
                        <a:t>løsning</a:t>
                      </a:r>
                      <a:endParaRPr dirty="0">
                        <a:solidFill>
                          <a:schemeClr val="bg1"/>
                        </a:solidFill>
                      </a:endParaRPr>
                    </a:p>
                  </a:txBody>
                  <a:tcPr marL="73152" marR="73152" anchor="ctr"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</a:defRPr>
                      </a:pPr>
                      <a:r>
                        <a:t>Azure Monitor</a:t>
                      </a:r>
                    </a:p>
                  </a:txBody>
                  <a:tcPr marL="73152" marR="73152" anchor="ctr"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</a:defRPr>
                      </a:pPr>
                      <a:r>
                        <a:t>Grafana Cloud</a:t>
                      </a:r>
                    </a:p>
                  </a:txBody>
                  <a:tcPr marL="73152" marR="73152" anchor="ctr">
                    <a:solidFill>
                      <a:srgbClr val="1414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0879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FFFFFF"/>
                          </a:solidFill>
                        </a:defRPr>
                      </a:pPr>
                      <a:r>
                        <a:t>Patching / drift</a:t>
                      </a:r>
                    </a:p>
                  </a:txBody>
                  <a:tcPr marL="73152" marR="73152" anchor="ctr"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</a:defRPr>
                      </a:pPr>
                      <a:r>
                        <a:rPr dirty="0" err="1">
                          <a:solidFill>
                            <a:schemeClr val="bg1"/>
                          </a:solidFill>
                        </a:rPr>
                        <a:t>Studenten</a:t>
                      </a:r>
                      <a:endParaRPr dirty="0">
                        <a:solidFill>
                          <a:schemeClr val="bg1"/>
                        </a:solidFill>
                      </a:endParaRPr>
                    </a:p>
                  </a:txBody>
                  <a:tcPr marL="73152" marR="73152" anchor="ctr"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</a:defRPr>
                      </a:pPr>
                      <a:r>
                        <a:t>Azure</a:t>
                      </a:r>
                    </a:p>
                  </a:txBody>
                  <a:tcPr marL="73152" marR="73152" anchor="ctr"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</a:defRPr>
                      </a:pPr>
                      <a:r>
                        <a:t>Grafana Labs</a:t>
                      </a:r>
                    </a:p>
                  </a:txBody>
                  <a:tcPr marL="73152" marR="73152" anchor="ctr">
                    <a:solidFill>
                      <a:srgbClr val="1414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90879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FFFFFF"/>
                          </a:solidFill>
                        </a:defRPr>
                      </a:pPr>
                      <a:r>
                        <a:t>Terraform</a:t>
                      </a:r>
                    </a:p>
                  </a:txBody>
                  <a:tcPr marL="73152" marR="73152" anchor="ctr"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</a:defRPr>
                      </a:pPr>
                      <a:r>
                        <a:rPr dirty="0">
                          <a:solidFill>
                            <a:schemeClr val="bg1"/>
                          </a:solidFill>
                        </a:rPr>
                        <a:t>Gratis </a:t>
                      </a:r>
                      <a:r>
                        <a:rPr dirty="0" err="1">
                          <a:solidFill>
                            <a:schemeClr val="bg1"/>
                          </a:solidFill>
                        </a:rPr>
                        <a:t>værktøj</a:t>
                      </a:r>
                      <a:endParaRPr dirty="0">
                        <a:solidFill>
                          <a:schemeClr val="bg1"/>
                        </a:solidFill>
                      </a:endParaRPr>
                    </a:p>
                  </a:txBody>
                  <a:tcPr marL="73152" marR="73152" anchor="ctr"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</a:defRPr>
                      </a:pPr>
                      <a:r>
                        <a:t>Gratis værktøj</a:t>
                      </a:r>
                    </a:p>
                  </a:txBody>
                  <a:tcPr marL="73152" marR="73152" anchor="ctr"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Ikke </a:t>
                      </a:r>
                      <a:r>
                        <a:rPr dirty="0" err="1"/>
                        <a:t>nødvendigt</a:t>
                      </a:r>
                      <a:endParaRPr dirty="0"/>
                    </a:p>
                  </a:txBody>
                  <a:tcPr marL="73152" marR="73152" anchor="ctr">
                    <a:solidFill>
                      <a:srgbClr val="1414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4249070368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ACECBC-1925-9B68-A75C-5079F60DBB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4" descr="A yellow symbol on a black background&#10;&#10;Description automatically generated">
            <a:extLst>
              <a:ext uri="{FF2B5EF4-FFF2-40B4-BE49-F238E27FC236}">
                <a16:creationId xmlns:a16="http://schemas.microsoft.com/office/drawing/2014/main" id="{73EB7471-C666-2A95-D5AD-8EBD4189E7B4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6026" b="-6026"/>
          <a:stretch>
            <a:fillRect/>
          </a:stretch>
        </p:blipFill>
        <p:spPr/>
      </p:pic>
      <p:pic>
        <p:nvPicPr>
          <p:cNvPr id="4" name="Billede 3">
            <a:extLst>
              <a:ext uri="{FF2B5EF4-FFF2-40B4-BE49-F238E27FC236}">
                <a16:creationId xmlns:a16="http://schemas.microsoft.com/office/drawing/2014/main" id="{F85564C8-D9F8-05BF-CD2C-72056C8FDC8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294" y="2752394"/>
            <a:ext cx="8052842" cy="2789900"/>
          </a:xfrm>
          <a:prstGeom prst="rect">
            <a:avLst/>
          </a:prstGeom>
        </p:spPr>
      </p:pic>
      <p:sp>
        <p:nvSpPr>
          <p:cNvPr id="7" name="TextBox 1">
            <a:extLst>
              <a:ext uri="{FF2B5EF4-FFF2-40B4-BE49-F238E27FC236}">
                <a16:creationId xmlns:a16="http://schemas.microsoft.com/office/drawing/2014/main" id="{A65B2215-742C-1363-426C-66ABD47057E1}"/>
              </a:ext>
            </a:extLst>
          </p:cNvPr>
          <p:cNvSpPr txBox="1"/>
          <p:nvPr/>
        </p:nvSpPr>
        <p:spPr>
          <a:xfrm>
            <a:off x="119336" y="188640"/>
            <a:ext cx="3672800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rPr dirty="0">
                <a:solidFill>
                  <a:schemeClr val="accent5"/>
                </a:solidFill>
              </a:rPr>
              <a:t>SaaS – Grafana Cloud</a:t>
            </a:r>
          </a:p>
        </p:txBody>
      </p:sp>
      <p:sp>
        <p:nvSpPr>
          <p:cNvPr id="9" name="TextBox 2">
            <a:extLst>
              <a:ext uri="{FF2B5EF4-FFF2-40B4-BE49-F238E27FC236}">
                <a16:creationId xmlns:a16="http://schemas.microsoft.com/office/drawing/2014/main" id="{04F4AE8E-6EAB-059B-26AD-D62D5D7D5B74}"/>
              </a:ext>
            </a:extLst>
          </p:cNvPr>
          <p:cNvSpPr txBox="1"/>
          <p:nvPr/>
        </p:nvSpPr>
        <p:spPr>
          <a:xfrm>
            <a:off x="670560" y="731520"/>
            <a:ext cx="10668000" cy="1887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FFFFFF"/>
                </a:solidFill>
              </a:defRPr>
            </a:pPr>
            <a:r>
              <a:rPr dirty="0">
                <a:solidFill>
                  <a:schemeClr val="accent5"/>
                </a:solidFill>
              </a:rPr>
              <a:t>Grafana Cloud er </a:t>
            </a:r>
            <a:r>
              <a:rPr dirty="0" err="1">
                <a:solidFill>
                  <a:schemeClr val="accent5"/>
                </a:solidFill>
              </a:rPr>
              <a:t>en</a:t>
            </a:r>
            <a:r>
              <a:rPr dirty="0">
                <a:solidFill>
                  <a:schemeClr val="accent5"/>
                </a:solidFill>
              </a:rPr>
              <a:t> </a:t>
            </a:r>
            <a:r>
              <a:rPr dirty="0" err="1">
                <a:solidFill>
                  <a:schemeClr val="accent5"/>
                </a:solidFill>
              </a:rPr>
              <a:t>fuldt</a:t>
            </a:r>
            <a:r>
              <a:rPr dirty="0">
                <a:solidFill>
                  <a:schemeClr val="accent5"/>
                </a:solidFill>
              </a:rPr>
              <a:t> managed observability-platform.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FFFFFF"/>
                </a:solidFill>
              </a:defRPr>
            </a:pPr>
            <a:r>
              <a:rPr dirty="0">
                <a:solidFill>
                  <a:schemeClr val="accent5"/>
                </a:solidFill>
              </a:rPr>
              <a:t>Grafana Labs </a:t>
            </a:r>
            <a:r>
              <a:rPr dirty="0" err="1">
                <a:solidFill>
                  <a:schemeClr val="accent5"/>
                </a:solidFill>
              </a:rPr>
              <a:t>håndterer</a:t>
            </a:r>
            <a:r>
              <a:rPr dirty="0">
                <a:solidFill>
                  <a:schemeClr val="accent5"/>
                </a:solidFill>
              </a:rPr>
              <a:t> </a:t>
            </a:r>
            <a:r>
              <a:rPr dirty="0" err="1">
                <a:solidFill>
                  <a:schemeClr val="accent5"/>
                </a:solidFill>
              </a:rPr>
              <a:t>platformen</a:t>
            </a:r>
            <a:r>
              <a:rPr dirty="0">
                <a:solidFill>
                  <a:schemeClr val="accent5"/>
                </a:solidFill>
              </a:rPr>
              <a:t>.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FFFFFF"/>
                </a:solidFill>
              </a:defRPr>
            </a:pPr>
            <a:r>
              <a:rPr dirty="0" err="1">
                <a:solidFill>
                  <a:schemeClr val="accent5"/>
                </a:solidFill>
              </a:rPr>
              <a:t>Studenten</a:t>
            </a:r>
            <a:r>
              <a:rPr dirty="0">
                <a:solidFill>
                  <a:schemeClr val="accent5"/>
                </a:solidFill>
              </a:rPr>
              <a:t> </a:t>
            </a:r>
            <a:r>
              <a:rPr dirty="0" err="1">
                <a:solidFill>
                  <a:schemeClr val="accent5"/>
                </a:solidFill>
              </a:rPr>
              <a:t>konfigurerer</a:t>
            </a:r>
            <a:r>
              <a:rPr dirty="0">
                <a:solidFill>
                  <a:schemeClr val="accent5"/>
                </a:solidFill>
              </a:rPr>
              <a:t> </a:t>
            </a:r>
            <a:r>
              <a:rPr dirty="0" err="1">
                <a:solidFill>
                  <a:schemeClr val="accent5"/>
                </a:solidFill>
              </a:rPr>
              <a:t>primært</a:t>
            </a:r>
            <a:r>
              <a:rPr dirty="0">
                <a:solidFill>
                  <a:schemeClr val="accent5"/>
                </a:solidFill>
              </a:rPr>
              <a:t> </a:t>
            </a:r>
            <a:r>
              <a:rPr dirty="0" err="1">
                <a:solidFill>
                  <a:schemeClr val="accent5"/>
                </a:solidFill>
              </a:rPr>
              <a:t>datasources</a:t>
            </a:r>
            <a:r>
              <a:rPr dirty="0">
                <a:solidFill>
                  <a:schemeClr val="accent5"/>
                </a:solidFill>
              </a:rPr>
              <a:t>, dashboards, alerts </a:t>
            </a:r>
            <a:r>
              <a:rPr dirty="0" err="1">
                <a:solidFill>
                  <a:schemeClr val="accent5"/>
                </a:solidFill>
              </a:rPr>
              <a:t>og</a:t>
            </a:r>
            <a:r>
              <a:rPr dirty="0">
                <a:solidFill>
                  <a:schemeClr val="accent5"/>
                </a:solidFill>
              </a:rPr>
              <a:t> </a:t>
            </a:r>
            <a:r>
              <a:rPr dirty="0" err="1">
                <a:solidFill>
                  <a:schemeClr val="accent5"/>
                </a:solidFill>
              </a:rPr>
              <a:t>brugere</a:t>
            </a:r>
            <a:r>
              <a:rPr dirty="0">
                <a:solidFill>
                  <a:schemeClr val="accent5"/>
                </a:solidFill>
              </a:rPr>
              <a:t>.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FFFFFF"/>
                </a:solidFill>
              </a:defRPr>
            </a:pPr>
            <a:r>
              <a:rPr dirty="0">
                <a:solidFill>
                  <a:schemeClr val="accent5"/>
                </a:solidFill>
              </a:rPr>
              <a:t>I </a:t>
            </a:r>
            <a:r>
              <a:rPr dirty="0" err="1">
                <a:solidFill>
                  <a:schemeClr val="accent5"/>
                </a:solidFill>
              </a:rPr>
              <a:t>vores</a:t>
            </a:r>
            <a:r>
              <a:rPr dirty="0">
                <a:solidFill>
                  <a:schemeClr val="accent5"/>
                </a:solidFill>
              </a:rPr>
              <a:t> case: ca. 127 kr./</a:t>
            </a:r>
            <a:r>
              <a:rPr dirty="0" err="1">
                <a:solidFill>
                  <a:schemeClr val="accent5"/>
                </a:solidFill>
              </a:rPr>
              <a:t>måned</a:t>
            </a:r>
            <a:r>
              <a:rPr lang="da-DK" dirty="0">
                <a:solidFill>
                  <a:schemeClr val="accent5"/>
                </a:solidFill>
              </a:rPr>
              <a:t> x 12 for et år…1524 kr.</a:t>
            </a:r>
            <a:endParaRPr dirty="0">
              <a:solidFill>
                <a:schemeClr val="accent5"/>
              </a:solidFill>
            </a:endParaRP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FFFFFF"/>
                </a:solidFill>
              </a:defRPr>
            </a:pPr>
            <a:r>
              <a:rPr dirty="0" err="1">
                <a:solidFill>
                  <a:schemeClr val="accent5"/>
                </a:solidFill>
              </a:rPr>
              <a:t>Prisen</a:t>
            </a:r>
            <a:r>
              <a:rPr dirty="0">
                <a:solidFill>
                  <a:schemeClr val="accent5"/>
                </a:solidFill>
              </a:rPr>
              <a:t> </a:t>
            </a:r>
            <a:r>
              <a:rPr dirty="0" err="1">
                <a:solidFill>
                  <a:schemeClr val="accent5"/>
                </a:solidFill>
              </a:rPr>
              <a:t>afhænger</a:t>
            </a:r>
            <a:r>
              <a:rPr dirty="0">
                <a:solidFill>
                  <a:schemeClr val="accent5"/>
                </a:solidFill>
              </a:rPr>
              <a:t> </a:t>
            </a:r>
            <a:r>
              <a:rPr dirty="0" err="1">
                <a:solidFill>
                  <a:schemeClr val="accent5"/>
                </a:solidFill>
              </a:rPr>
              <a:t>af</a:t>
            </a:r>
            <a:r>
              <a:rPr dirty="0">
                <a:solidFill>
                  <a:schemeClr val="accent5"/>
                </a:solidFill>
              </a:rPr>
              <a:t> plan </a:t>
            </a:r>
            <a:r>
              <a:rPr dirty="0" err="1">
                <a:solidFill>
                  <a:schemeClr val="accent5"/>
                </a:solidFill>
              </a:rPr>
              <a:t>og</a:t>
            </a:r>
            <a:r>
              <a:rPr dirty="0">
                <a:solidFill>
                  <a:schemeClr val="accent5"/>
                </a:solidFill>
              </a:rPr>
              <a:t> usage</a:t>
            </a:r>
            <a:r>
              <a:rPr lang="da-DK" dirty="0">
                <a:solidFill>
                  <a:schemeClr val="accent5"/>
                </a:solidFill>
              </a:rPr>
              <a:t>…. Derfor er </a:t>
            </a:r>
            <a:r>
              <a:rPr lang="da-DK" dirty="0" err="1">
                <a:solidFill>
                  <a:schemeClr val="accent5"/>
                </a:solidFill>
              </a:rPr>
              <a:t>Terraform</a:t>
            </a:r>
            <a:r>
              <a:rPr lang="da-DK" dirty="0">
                <a:solidFill>
                  <a:schemeClr val="accent5"/>
                </a:solidFill>
              </a:rPr>
              <a:t> og IaaS på cloud billigt</a:t>
            </a:r>
            <a:endParaRPr dirty="0">
              <a:solidFill>
                <a:schemeClr val="accent5"/>
              </a:solidFill>
            </a:endParaRPr>
          </a:p>
        </p:txBody>
      </p:sp>
      <p:sp>
        <p:nvSpPr>
          <p:cNvPr id="11" name="TextBox 3">
            <a:extLst>
              <a:ext uri="{FF2B5EF4-FFF2-40B4-BE49-F238E27FC236}">
                <a16:creationId xmlns:a16="http://schemas.microsoft.com/office/drawing/2014/main" id="{4B696B2B-D81B-10B3-8DB5-0026EBB35B64}"/>
              </a:ext>
            </a:extLst>
          </p:cNvPr>
          <p:cNvSpPr txBox="1"/>
          <p:nvPr/>
        </p:nvSpPr>
        <p:spPr>
          <a:xfrm>
            <a:off x="313114" y="5657886"/>
            <a:ext cx="9190336" cy="4462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FFFFFF"/>
                </a:solidFill>
              </a:defRPr>
            </a:pPr>
            <a:r>
              <a:rPr lang="da-DK" sz="1400" dirty="0"/>
              <a:t>Kilde : </a:t>
            </a:r>
            <a:r>
              <a:rPr lang="da-DK" sz="1400" dirty="0">
                <a:hlinkClick r:id="rId6"/>
              </a:rPr>
              <a:t>https://portal.azure.com/#view/Microsoft_Azure_Marketplace/MarketplaceOffersBlade/selectedMenuItemId</a:t>
            </a:r>
            <a:r>
              <a:rPr lang="da-DK" dirty="0">
                <a:hlinkClick r:id="rId6"/>
              </a:rPr>
              <a:t>/</a:t>
            </a:r>
            <a:endParaRPr lang="da-DK" dirty="0"/>
          </a:p>
          <a:p>
            <a:pPr>
              <a:defRPr sz="900" i="1">
                <a:solidFill>
                  <a:srgbClr val="FFFFFF"/>
                </a:solidFill>
              </a:defRPr>
            </a:pPr>
            <a:endParaRPr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18" name="Håndskrift 17">
                <a:extLst>
                  <a:ext uri="{FF2B5EF4-FFF2-40B4-BE49-F238E27FC236}">
                    <a16:creationId xmlns:a16="http://schemas.microsoft.com/office/drawing/2014/main" id="{F15A2F0E-D8BA-5646-1551-3853227DFD1B}"/>
                  </a:ext>
                </a:extLst>
              </p14:cNvPr>
              <p14:cNvContentPartPr/>
              <p14:nvPr/>
            </p14:nvContentPartPr>
            <p14:xfrm>
              <a:off x="-569486" y="4951270"/>
              <a:ext cx="360" cy="360"/>
            </p14:xfrm>
          </p:contentPart>
        </mc:Choice>
        <mc:Fallback>
          <p:pic>
            <p:nvPicPr>
              <p:cNvPr id="18" name="Håndskrift 17">
                <a:extLst>
                  <a:ext uri="{FF2B5EF4-FFF2-40B4-BE49-F238E27FC236}">
                    <a16:creationId xmlns:a16="http://schemas.microsoft.com/office/drawing/2014/main" id="{F15A2F0E-D8BA-5646-1551-3853227DFD1B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-575606" y="4945150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19" name="Pil: højre 18">
            <a:extLst>
              <a:ext uri="{FF2B5EF4-FFF2-40B4-BE49-F238E27FC236}">
                <a16:creationId xmlns:a16="http://schemas.microsoft.com/office/drawing/2014/main" id="{A3512F0E-79B2-0E16-19B5-3A70C2F30970}"/>
              </a:ext>
            </a:extLst>
          </p:cNvPr>
          <p:cNvSpPr/>
          <p:nvPr/>
        </p:nvSpPr>
        <p:spPr>
          <a:xfrm rot="10800000">
            <a:off x="2063552" y="3898295"/>
            <a:ext cx="978408" cy="302835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2" name="Pil: højre 1">
            <a:extLst>
              <a:ext uri="{FF2B5EF4-FFF2-40B4-BE49-F238E27FC236}">
                <a16:creationId xmlns:a16="http://schemas.microsoft.com/office/drawing/2014/main" id="{3CCCF535-11F0-CA91-67E4-315319F834B6}"/>
              </a:ext>
            </a:extLst>
          </p:cNvPr>
          <p:cNvSpPr/>
          <p:nvPr/>
        </p:nvSpPr>
        <p:spPr>
          <a:xfrm rot="10646347">
            <a:off x="3048163" y="4722646"/>
            <a:ext cx="918513" cy="298134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2216934549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EC0D44-81BD-3320-9D6A-75EC194E4B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4" descr="A yellow symbol on a black background&#10;&#10;Description automatically generated">
            <a:extLst>
              <a:ext uri="{FF2B5EF4-FFF2-40B4-BE49-F238E27FC236}">
                <a16:creationId xmlns:a16="http://schemas.microsoft.com/office/drawing/2014/main" id="{5947B82C-F9EA-4DC3-887B-EF743F95B671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6026" b="-6026"/>
          <a:stretch>
            <a:fillRect/>
          </a:stretch>
        </p:blipFill>
        <p:spPr/>
      </p:pic>
      <p:sp>
        <p:nvSpPr>
          <p:cNvPr id="7" name="TextBox 1">
            <a:extLst>
              <a:ext uri="{FF2B5EF4-FFF2-40B4-BE49-F238E27FC236}">
                <a16:creationId xmlns:a16="http://schemas.microsoft.com/office/drawing/2014/main" id="{E62DE754-21BF-9D13-D15F-5EF97D4EB9BF}"/>
              </a:ext>
            </a:extLst>
          </p:cNvPr>
          <p:cNvSpPr txBox="1"/>
          <p:nvPr/>
        </p:nvSpPr>
        <p:spPr>
          <a:xfrm>
            <a:off x="119336" y="188640"/>
            <a:ext cx="5202065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rPr lang="da-DK" dirty="0">
                <a:solidFill>
                  <a:schemeClr val="accent5"/>
                </a:solidFill>
              </a:rPr>
              <a:t>Findes der en billigere løsning?</a:t>
            </a:r>
            <a:endParaRPr dirty="0">
              <a:solidFill>
                <a:schemeClr val="accent5"/>
              </a:solidFill>
            </a:endParaRPr>
          </a:p>
        </p:txBody>
      </p:sp>
      <p:sp>
        <p:nvSpPr>
          <p:cNvPr id="9" name="TextBox 2">
            <a:extLst>
              <a:ext uri="{FF2B5EF4-FFF2-40B4-BE49-F238E27FC236}">
                <a16:creationId xmlns:a16="http://schemas.microsoft.com/office/drawing/2014/main" id="{E82AC768-3884-F9C2-F7FF-C9800AFEFB53}"/>
              </a:ext>
            </a:extLst>
          </p:cNvPr>
          <p:cNvSpPr txBox="1"/>
          <p:nvPr/>
        </p:nvSpPr>
        <p:spPr>
          <a:xfrm>
            <a:off x="670560" y="731520"/>
            <a:ext cx="10668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FFFFFF"/>
                </a:solidFill>
              </a:defRPr>
            </a:pPr>
            <a:r>
              <a:rPr lang="da-DK" dirty="0">
                <a:solidFill>
                  <a:schemeClr val="accent5"/>
                </a:solidFill>
              </a:rPr>
              <a:t>Ja!. 1 år for 15 </a:t>
            </a:r>
            <a:r>
              <a:rPr lang="da-DK" dirty="0" err="1">
                <a:solidFill>
                  <a:schemeClr val="accent5"/>
                </a:solidFill>
              </a:rPr>
              <a:t>kr</a:t>
            </a:r>
            <a:r>
              <a:rPr lang="da-DK" dirty="0">
                <a:solidFill>
                  <a:schemeClr val="accent5"/>
                </a:solidFill>
              </a:rPr>
              <a:t>….Men man kan dog ikke ændre ret meget på </a:t>
            </a:r>
            <a:r>
              <a:rPr lang="da-DK" dirty="0" err="1">
                <a:solidFill>
                  <a:schemeClr val="accent5"/>
                </a:solidFill>
              </a:rPr>
              <a:t>OS’et</a:t>
            </a:r>
            <a:r>
              <a:rPr lang="da-DK" dirty="0">
                <a:solidFill>
                  <a:schemeClr val="accent5"/>
                </a:solidFill>
              </a:rPr>
              <a:t>…</a:t>
            </a:r>
            <a:endParaRPr dirty="0">
              <a:solidFill>
                <a:schemeClr val="accent5"/>
              </a:solidFill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8" name="Håndskrift 17">
                <a:extLst>
                  <a:ext uri="{FF2B5EF4-FFF2-40B4-BE49-F238E27FC236}">
                    <a16:creationId xmlns:a16="http://schemas.microsoft.com/office/drawing/2014/main" id="{CBA531EF-BA20-FBD8-0709-441A84C43ACB}"/>
                  </a:ext>
                </a:extLst>
              </p14:cNvPr>
              <p14:cNvContentPartPr/>
              <p14:nvPr/>
            </p14:nvContentPartPr>
            <p14:xfrm>
              <a:off x="-569486" y="4951270"/>
              <a:ext cx="360" cy="360"/>
            </p14:xfrm>
          </p:contentPart>
        </mc:Choice>
        <mc:Fallback>
          <p:pic>
            <p:nvPicPr>
              <p:cNvPr id="18" name="Håndskrift 17">
                <a:extLst>
                  <a:ext uri="{FF2B5EF4-FFF2-40B4-BE49-F238E27FC236}">
                    <a16:creationId xmlns:a16="http://schemas.microsoft.com/office/drawing/2014/main" id="{CBA531EF-BA20-FBD8-0709-441A84C43ACB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-575606" y="4945150"/>
                <a:ext cx="12600" cy="12600"/>
              </a:xfrm>
              <a:prstGeom prst="rect">
                <a:avLst/>
              </a:prstGeom>
            </p:spPr>
          </p:pic>
        </mc:Fallback>
      </mc:AlternateContent>
      <p:pic>
        <p:nvPicPr>
          <p:cNvPr id="6" name="Billede 5">
            <a:extLst>
              <a:ext uri="{FF2B5EF4-FFF2-40B4-BE49-F238E27FC236}">
                <a16:creationId xmlns:a16="http://schemas.microsoft.com/office/drawing/2014/main" id="{692B795F-73A2-798E-A7B5-EADE2AD387F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368" y="1113403"/>
            <a:ext cx="8286582" cy="4989714"/>
          </a:xfrm>
          <a:prstGeom prst="rect">
            <a:avLst/>
          </a:prstGeom>
        </p:spPr>
      </p:pic>
      <p:sp>
        <p:nvSpPr>
          <p:cNvPr id="2" name="Pil: højre 1">
            <a:extLst>
              <a:ext uri="{FF2B5EF4-FFF2-40B4-BE49-F238E27FC236}">
                <a16:creationId xmlns:a16="http://schemas.microsoft.com/office/drawing/2014/main" id="{78267B38-A0BF-0DC7-7249-816BDB10F488}"/>
              </a:ext>
            </a:extLst>
          </p:cNvPr>
          <p:cNvSpPr/>
          <p:nvPr/>
        </p:nvSpPr>
        <p:spPr>
          <a:xfrm rot="18610934">
            <a:off x="6336753" y="3686893"/>
            <a:ext cx="972326" cy="516260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4068091703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91FFB5-787B-D569-5FAA-4984E7F9A3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4" descr="A yellow symbol on a black background&#10;&#10;Description automatically generated">
            <a:extLst>
              <a:ext uri="{FF2B5EF4-FFF2-40B4-BE49-F238E27FC236}">
                <a16:creationId xmlns:a16="http://schemas.microsoft.com/office/drawing/2014/main" id="{80C582DD-7388-0E5A-DDB1-9C03C3EDE534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6026" b="-6026"/>
          <a:stretch>
            <a:fillRect/>
          </a:stretch>
        </p:blipFill>
        <p:spPr/>
      </p:pic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8" name="Håndskrift 17">
                <a:extLst>
                  <a:ext uri="{FF2B5EF4-FFF2-40B4-BE49-F238E27FC236}">
                    <a16:creationId xmlns:a16="http://schemas.microsoft.com/office/drawing/2014/main" id="{3B61F21C-758A-7C0F-48AE-AB504FE3AFEB}"/>
                  </a:ext>
                </a:extLst>
              </p14:cNvPr>
              <p14:cNvContentPartPr/>
              <p14:nvPr/>
            </p14:nvContentPartPr>
            <p14:xfrm>
              <a:off x="-569486" y="4951270"/>
              <a:ext cx="360" cy="360"/>
            </p14:xfrm>
          </p:contentPart>
        </mc:Choice>
        <mc:Fallback>
          <p:pic>
            <p:nvPicPr>
              <p:cNvPr id="18" name="Håndskrift 17">
                <a:extLst>
                  <a:ext uri="{FF2B5EF4-FFF2-40B4-BE49-F238E27FC236}">
                    <a16:creationId xmlns:a16="http://schemas.microsoft.com/office/drawing/2014/main" id="{3B61F21C-758A-7C0F-48AE-AB504FE3AFEB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-575606" y="4945150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Title 1">
            <a:extLst>
              <a:ext uri="{FF2B5EF4-FFF2-40B4-BE49-F238E27FC236}">
                <a16:creationId xmlns:a16="http://schemas.microsoft.com/office/drawing/2014/main" id="{1AC3B688-D2EF-6590-C9CD-983419C27798}"/>
              </a:ext>
            </a:extLst>
          </p:cNvPr>
          <p:cNvSpPr>
            <a:spLocks noGrp="1"/>
          </p:cNvSpPr>
          <p:nvPr/>
        </p:nvSpPr>
        <p:spPr>
          <a:xfrm>
            <a:off x="563880" y="548799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 sz="2800" b="1"/>
            </a:pPr>
            <a:r>
              <a:rPr sz="4000" dirty="0" err="1">
                <a:solidFill>
                  <a:schemeClr val="accent4"/>
                </a:solidFill>
              </a:rPr>
              <a:t>Afsluttende</a:t>
            </a:r>
            <a:r>
              <a:rPr sz="4000" dirty="0">
                <a:solidFill>
                  <a:schemeClr val="accent4"/>
                </a:solidFill>
              </a:rPr>
              <a:t> </a:t>
            </a:r>
            <a:r>
              <a:rPr sz="4000" dirty="0" err="1">
                <a:solidFill>
                  <a:schemeClr val="accent4"/>
                </a:solidFill>
              </a:rPr>
              <a:t>refleksion</a:t>
            </a:r>
            <a:endParaRPr sz="4000" dirty="0">
              <a:solidFill>
                <a:schemeClr val="accent4"/>
              </a:solidFill>
            </a:endParaRP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AF8CFC3F-5D77-2672-D1C3-06DD09F34785}"/>
              </a:ext>
            </a:extLst>
          </p:cNvPr>
          <p:cNvSpPr txBox="1"/>
          <p:nvPr/>
        </p:nvSpPr>
        <p:spPr>
          <a:xfrm>
            <a:off x="838200" y="1920081"/>
            <a:ext cx="10789920" cy="368306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800"/>
              </a:spcAft>
              <a:defRPr sz="2000"/>
            </a:pPr>
            <a:r>
              <a:rPr dirty="0">
                <a:solidFill>
                  <a:schemeClr val="accent4"/>
                </a:solidFill>
              </a:rPr>
              <a:t>IaaS → </a:t>
            </a:r>
            <a:r>
              <a:rPr dirty="0" err="1">
                <a:solidFill>
                  <a:schemeClr val="accent4"/>
                </a:solidFill>
              </a:rPr>
              <a:t>maksimal</a:t>
            </a:r>
            <a:r>
              <a:rPr dirty="0">
                <a:solidFill>
                  <a:schemeClr val="accent4"/>
                </a:solidFill>
              </a:rPr>
              <a:t> </a:t>
            </a:r>
            <a:r>
              <a:rPr dirty="0" err="1">
                <a:solidFill>
                  <a:schemeClr val="accent4"/>
                </a:solidFill>
              </a:rPr>
              <a:t>infrastrukturkontrol</a:t>
            </a:r>
            <a:r>
              <a:rPr dirty="0">
                <a:solidFill>
                  <a:schemeClr val="accent4"/>
                </a:solidFill>
              </a:rPr>
              <a:t>, </a:t>
            </a:r>
            <a:r>
              <a:rPr dirty="0" err="1">
                <a:solidFill>
                  <a:schemeClr val="accent4"/>
                </a:solidFill>
              </a:rPr>
              <a:t>maksimal</a:t>
            </a:r>
            <a:r>
              <a:rPr dirty="0">
                <a:solidFill>
                  <a:schemeClr val="accent4"/>
                </a:solidFill>
              </a:rPr>
              <a:t> </a:t>
            </a:r>
            <a:r>
              <a:rPr dirty="0" err="1">
                <a:solidFill>
                  <a:schemeClr val="accent4"/>
                </a:solidFill>
              </a:rPr>
              <a:t>driftsbyrde</a:t>
            </a:r>
            <a:r>
              <a:rPr dirty="0">
                <a:solidFill>
                  <a:schemeClr val="accent4"/>
                </a:solidFill>
              </a:rPr>
              <a:t>.</a:t>
            </a:r>
          </a:p>
          <a:p>
            <a:pPr>
              <a:spcAft>
                <a:spcPts val="800"/>
              </a:spcAft>
              <a:defRPr sz="2000"/>
            </a:pPr>
            <a:r>
              <a:rPr dirty="0">
                <a:solidFill>
                  <a:schemeClr val="accent4"/>
                </a:solidFill>
              </a:rPr>
              <a:t>Managed/PaaS → mere cloud-</a:t>
            </a:r>
            <a:r>
              <a:rPr dirty="0" err="1">
                <a:solidFill>
                  <a:schemeClr val="accent4"/>
                </a:solidFill>
              </a:rPr>
              <a:t>leverandøransvar</a:t>
            </a:r>
            <a:r>
              <a:rPr dirty="0">
                <a:solidFill>
                  <a:schemeClr val="accent4"/>
                </a:solidFill>
              </a:rPr>
              <a:t>, </a:t>
            </a:r>
            <a:r>
              <a:rPr dirty="0" err="1">
                <a:solidFill>
                  <a:schemeClr val="accent4"/>
                </a:solidFill>
              </a:rPr>
              <a:t>mindre</a:t>
            </a:r>
            <a:r>
              <a:rPr dirty="0">
                <a:solidFill>
                  <a:schemeClr val="accent4"/>
                </a:solidFill>
              </a:rPr>
              <a:t> platform-drift.</a:t>
            </a:r>
          </a:p>
          <a:p>
            <a:pPr>
              <a:spcAft>
                <a:spcPts val="800"/>
              </a:spcAft>
              <a:defRPr sz="2000"/>
            </a:pPr>
            <a:r>
              <a:rPr dirty="0">
                <a:solidFill>
                  <a:schemeClr val="accent4"/>
                </a:solidFill>
              </a:rPr>
              <a:t>SaaS → </a:t>
            </a:r>
            <a:r>
              <a:rPr dirty="0" err="1">
                <a:solidFill>
                  <a:schemeClr val="accent4"/>
                </a:solidFill>
              </a:rPr>
              <a:t>fokus</a:t>
            </a:r>
            <a:r>
              <a:rPr dirty="0">
                <a:solidFill>
                  <a:schemeClr val="accent4"/>
                </a:solidFill>
              </a:rPr>
              <a:t> </a:t>
            </a:r>
            <a:r>
              <a:rPr dirty="0" err="1">
                <a:solidFill>
                  <a:schemeClr val="accent4"/>
                </a:solidFill>
              </a:rPr>
              <a:t>på</a:t>
            </a:r>
            <a:r>
              <a:rPr dirty="0">
                <a:solidFill>
                  <a:schemeClr val="accent4"/>
                </a:solidFill>
              </a:rPr>
              <a:t> </a:t>
            </a:r>
            <a:r>
              <a:rPr dirty="0" err="1">
                <a:solidFill>
                  <a:schemeClr val="accent4"/>
                </a:solidFill>
              </a:rPr>
              <a:t>forbrug</a:t>
            </a:r>
            <a:r>
              <a:rPr dirty="0">
                <a:solidFill>
                  <a:schemeClr val="accent4"/>
                </a:solidFill>
              </a:rPr>
              <a:t> </a:t>
            </a:r>
            <a:r>
              <a:rPr dirty="0" err="1">
                <a:solidFill>
                  <a:schemeClr val="accent4"/>
                </a:solidFill>
              </a:rPr>
              <a:t>og</a:t>
            </a:r>
            <a:r>
              <a:rPr dirty="0">
                <a:solidFill>
                  <a:schemeClr val="accent4"/>
                </a:solidFill>
              </a:rPr>
              <a:t> </a:t>
            </a:r>
            <a:r>
              <a:rPr dirty="0" err="1">
                <a:solidFill>
                  <a:schemeClr val="accent4"/>
                </a:solidFill>
              </a:rPr>
              <a:t>konfiguration</a:t>
            </a:r>
            <a:r>
              <a:rPr dirty="0">
                <a:solidFill>
                  <a:schemeClr val="accent4"/>
                </a:solidFill>
              </a:rPr>
              <a:t> </a:t>
            </a:r>
            <a:r>
              <a:rPr dirty="0" err="1">
                <a:solidFill>
                  <a:schemeClr val="accent4"/>
                </a:solidFill>
              </a:rPr>
              <a:t>frem</a:t>
            </a:r>
            <a:r>
              <a:rPr dirty="0">
                <a:solidFill>
                  <a:schemeClr val="accent4"/>
                </a:solidFill>
              </a:rPr>
              <a:t> for </a:t>
            </a:r>
            <a:r>
              <a:rPr dirty="0" err="1">
                <a:solidFill>
                  <a:schemeClr val="accent4"/>
                </a:solidFill>
              </a:rPr>
              <a:t>platformen</a:t>
            </a:r>
            <a:r>
              <a:rPr dirty="0">
                <a:solidFill>
                  <a:schemeClr val="accent4"/>
                </a:solidFill>
              </a:rPr>
              <a:t>.</a:t>
            </a:r>
            <a:endParaRPr lang="da-DK" dirty="0">
              <a:solidFill>
                <a:schemeClr val="accent4"/>
              </a:solidFill>
            </a:endParaRPr>
          </a:p>
          <a:p>
            <a:pPr>
              <a:spcAft>
                <a:spcPts val="800"/>
              </a:spcAft>
              <a:defRPr sz="2000"/>
            </a:pPr>
            <a:r>
              <a:rPr lang="da-DK" dirty="0">
                <a:solidFill>
                  <a:schemeClr val="accent4"/>
                </a:solidFill>
              </a:rPr>
              <a:t>Simply.com (eller en anden udbyder) : ”dåsemad”  - åben og brug en fuld LAMP-</a:t>
            </a:r>
            <a:r>
              <a:rPr lang="da-DK" dirty="0" err="1">
                <a:solidFill>
                  <a:schemeClr val="accent4"/>
                </a:solidFill>
              </a:rPr>
              <a:t>stack</a:t>
            </a:r>
            <a:r>
              <a:rPr lang="da-DK" dirty="0">
                <a:solidFill>
                  <a:schemeClr val="accent4"/>
                </a:solidFill>
              </a:rPr>
              <a:t>.</a:t>
            </a:r>
            <a:endParaRPr dirty="0">
              <a:solidFill>
                <a:schemeClr val="accent4"/>
              </a:solidFill>
            </a:endParaRPr>
          </a:p>
          <a:p>
            <a:pPr>
              <a:spcAft>
                <a:spcPts val="800"/>
              </a:spcAft>
              <a:defRPr sz="2000"/>
            </a:pPr>
            <a:endParaRPr lang="da-DK" dirty="0">
              <a:solidFill>
                <a:schemeClr val="accent4"/>
              </a:solidFill>
            </a:endParaRPr>
          </a:p>
          <a:p>
            <a:pPr>
              <a:spcAft>
                <a:spcPts val="800"/>
              </a:spcAft>
              <a:defRPr sz="2000"/>
            </a:pPr>
            <a:r>
              <a:rPr dirty="0" err="1">
                <a:solidFill>
                  <a:schemeClr val="accent4"/>
                </a:solidFill>
              </a:rPr>
              <a:t>Spørg</a:t>
            </a:r>
            <a:r>
              <a:rPr dirty="0">
                <a:solidFill>
                  <a:schemeClr val="accent4"/>
                </a:solidFill>
              </a:rPr>
              <a:t> </a:t>
            </a:r>
            <a:r>
              <a:rPr dirty="0" err="1">
                <a:solidFill>
                  <a:schemeClr val="accent4"/>
                </a:solidFill>
              </a:rPr>
              <a:t>altid</a:t>
            </a:r>
            <a:r>
              <a:rPr dirty="0">
                <a:solidFill>
                  <a:schemeClr val="accent4"/>
                </a:solidFill>
              </a:rPr>
              <a:t>: </a:t>
            </a:r>
            <a:endParaRPr lang="da-DK" dirty="0">
              <a:solidFill>
                <a:schemeClr val="accent4"/>
              </a:solidFill>
            </a:endParaRPr>
          </a:p>
          <a:p>
            <a:pPr>
              <a:spcAft>
                <a:spcPts val="800"/>
              </a:spcAft>
              <a:defRPr sz="2000"/>
            </a:pPr>
            <a:r>
              <a:rPr dirty="0" err="1">
                <a:solidFill>
                  <a:schemeClr val="accent4"/>
                </a:solidFill>
              </a:rPr>
              <a:t>Hvem</a:t>
            </a:r>
            <a:r>
              <a:rPr dirty="0">
                <a:solidFill>
                  <a:schemeClr val="accent4"/>
                </a:solidFill>
              </a:rPr>
              <a:t> patcher? Hv</a:t>
            </a:r>
            <a:r>
              <a:rPr lang="da-DK" dirty="0" err="1">
                <a:solidFill>
                  <a:schemeClr val="accent4"/>
                </a:solidFill>
              </a:rPr>
              <a:t>ordan</a:t>
            </a:r>
            <a:r>
              <a:rPr dirty="0">
                <a:solidFill>
                  <a:schemeClr val="accent4"/>
                </a:solidFill>
              </a:rPr>
              <a:t> </a:t>
            </a:r>
            <a:r>
              <a:rPr dirty="0" err="1">
                <a:solidFill>
                  <a:schemeClr val="accent4"/>
                </a:solidFill>
              </a:rPr>
              <a:t>skalerer</a:t>
            </a:r>
            <a:r>
              <a:rPr lang="da-DK" dirty="0">
                <a:solidFill>
                  <a:schemeClr val="accent4"/>
                </a:solidFill>
              </a:rPr>
              <a:t> man</a:t>
            </a:r>
            <a:r>
              <a:rPr dirty="0">
                <a:solidFill>
                  <a:schemeClr val="accent4"/>
                </a:solidFill>
              </a:rPr>
              <a:t>? </a:t>
            </a:r>
            <a:r>
              <a:rPr dirty="0" err="1">
                <a:solidFill>
                  <a:schemeClr val="accent4"/>
                </a:solidFill>
              </a:rPr>
              <a:t>Hvem</a:t>
            </a:r>
            <a:r>
              <a:rPr dirty="0">
                <a:solidFill>
                  <a:schemeClr val="accent4"/>
                </a:solidFill>
              </a:rPr>
              <a:t> </a:t>
            </a:r>
            <a:r>
              <a:rPr dirty="0" err="1">
                <a:solidFill>
                  <a:schemeClr val="accent4"/>
                </a:solidFill>
              </a:rPr>
              <a:t>ejer</a:t>
            </a:r>
            <a:r>
              <a:rPr dirty="0">
                <a:solidFill>
                  <a:schemeClr val="accent4"/>
                </a:solidFill>
              </a:rPr>
              <a:t> data? </a:t>
            </a:r>
            <a:endParaRPr lang="da-DK" dirty="0">
              <a:solidFill>
                <a:schemeClr val="accent4"/>
              </a:solidFill>
            </a:endParaRPr>
          </a:p>
          <a:p>
            <a:pPr>
              <a:spcAft>
                <a:spcPts val="800"/>
              </a:spcAft>
              <a:defRPr sz="2000"/>
            </a:pPr>
            <a:r>
              <a:rPr dirty="0" err="1">
                <a:solidFill>
                  <a:schemeClr val="accent4"/>
                </a:solidFill>
              </a:rPr>
              <a:t>Hvem</a:t>
            </a:r>
            <a:r>
              <a:rPr dirty="0">
                <a:solidFill>
                  <a:schemeClr val="accent4"/>
                </a:solidFill>
              </a:rPr>
              <a:t> </a:t>
            </a:r>
            <a:r>
              <a:rPr dirty="0" err="1">
                <a:solidFill>
                  <a:schemeClr val="accent4"/>
                </a:solidFill>
              </a:rPr>
              <a:t>konfigurerer</a:t>
            </a:r>
            <a:r>
              <a:rPr dirty="0">
                <a:solidFill>
                  <a:schemeClr val="accent4"/>
                </a:solidFill>
              </a:rPr>
              <a:t> </a:t>
            </a:r>
            <a:r>
              <a:rPr dirty="0" err="1">
                <a:solidFill>
                  <a:schemeClr val="accent4"/>
                </a:solidFill>
              </a:rPr>
              <a:t>adgang</a:t>
            </a:r>
            <a:r>
              <a:rPr dirty="0">
                <a:solidFill>
                  <a:schemeClr val="accent4"/>
                </a:solidFill>
              </a:rPr>
              <a:t>? </a:t>
            </a:r>
            <a:r>
              <a:rPr dirty="0" err="1">
                <a:solidFill>
                  <a:schemeClr val="accent4"/>
                </a:solidFill>
              </a:rPr>
              <a:t>Hvad</a:t>
            </a:r>
            <a:r>
              <a:rPr dirty="0">
                <a:solidFill>
                  <a:schemeClr val="accent4"/>
                </a:solidFill>
              </a:rPr>
              <a:t> </a:t>
            </a:r>
            <a:r>
              <a:rPr dirty="0" err="1">
                <a:solidFill>
                  <a:schemeClr val="accent4"/>
                </a:solidFill>
              </a:rPr>
              <a:t>sker</a:t>
            </a:r>
            <a:r>
              <a:rPr dirty="0">
                <a:solidFill>
                  <a:schemeClr val="accent4"/>
                </a:solidFill>
              </a:rPr>
              <a:t> der </a:t>
            </a:r>
            <a:r>
              <a:rPr dirty="0" err="1">
                <a:solidFill>
                  <a:schemeClr val="accent4"/>
                </a:solidFill>
              </a:rPr>
              <a:t>ved</a:t>
            </a:r>
            <a:r>
              <a:rPr dirty="0">
                <a:solidFill>
                  <a:schemeClr val="accent4"/>
                </a:solidFill>
              </a:rPr>
              <a:t> outage</a:t>
            </a:r>
            <a:r>
              <a:rPr lang="da-DK" dirty="0">
                <a:solidFill>
                  <a:schemeClr val="accent4"/>
                </a:solidFill>
              </a:rPr>
              <a:t>/hacking</a:t>
            </a:r>
            <a:r>
              <a:rPr dirty="0">
                <a:solidFill>
                  <a:schemeClr val="accent4"/>
                </a:solidFill>
              </a:rPr>
              <a:t>?</a:t>
            </a:r>
            <a:r>
              <a:rPr lang="da-DK" dirty="0">
                <a:solidFill>
                  <a:schemeClr val="accent4"/>
                </a:solidFill>
              </a:rPr>
              <a:t> </a:t>
            </a:r>
          </a:p>
          <a:p>
            <a:pPr>
              <a:spcAft>
                <a:spcPts val="800"/>
              </a:spcAft>
              <a:defRPr sz="2000"/>
            </a:pPr>
            <a:r>
              <a:rPr lang="da-DK" dirty="0">
                <a:solidFill>
                  <a:schemeClr val="accent4"/>
                </a:solidFill>
              </a:rPr>
              <a:t>Hvor ligger backup af data? (Husk 3-2-1 backup) </a:t>
            </a:r>
            <a:endParaRPr dirty="0">
              <a:solidFill>
                <a:schemeClr val="accent4"/>
              </a:solidFill>
            </a:endParaRPr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213014215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A71261-7EC1-2FCA-2ACB-71CFFB6CD0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4" descr="A yellow symbol on a black background&#10;&#10;Description automatically generated">
            <a:extLst>
              <a:ext uri="{FF2B5EF4-FFF2-40B4-BE49-F238E27FC236}">
                <a16:creationId xmlns:a16="http://schemas.microsoft.com/office/drawing/2014/main" id="{358D03C8-FB5F-5C0C-AA44-0DF6A2566382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6026" b="-6026"/>
          <a:stretch>
            <a:fillRect/>
          </a:stretch>
        </p:blipFill>
        <p:spPr/>
      </p:pic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8" name="Håndskrift 17">
                <a:extLst>
                  <a:ext uri="{FF2B5EF4-FFF2-40B4-BE49-F238E27FC236}">
                    <a16:creationId xmlns:a16="http://schemas.microsoft.com/office/drawing/2014/main" id="{9A8174E0-9A79-1804-E1D9-195A671C827D}"/>
                  </a:ext>
                </a:extLst>
              </p14:cNvPr>
              <p14:cNvContentPartPr/>
              <p14:nvPr/>
            </p14:nvContentPartPr>
            <p14:xfrm>
              <a:off x="-569486" y="4951270"/>
              <a:ext cx="360" cy="360"/>
            </p14:xfrm>
          </p:contentPart>
        </mc:Choice>
        <mc:Fallback>
          <p:pic>
            <p:nvPicPr>
              <p:cNvPr id="18" name="Håndskrift 17">
                <a:extLst>
                  <a:ext uri="{FF2B5EF4-FFF2-40B4-BE49-F238E27FC236}">
                    <a16:creationId xmlns:a16="http://schemas.microsoft.com/office/drawing/2014/main" id="{9A8174E0-9A79-1804-E1D9-195A671C827D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-575606" y="4945150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Title 1">
            <a:extLst>
              <a:ext uri="{FF2B5EF4-FFF2-40B4-BE49-F238E27FC236}">
                <a16:creationId xmlns:a16="http://schemas.microsoft.com/office/drawing/2014/main" id="{3D1ED2FE-40D5-1B68-677E-08F043B07F41}"/>
              </a:ext>
            </a:extLst>
          </p:cNvPr>
          <p:cNvSpPr>
            <a:spLocks noGrp="1"/>
          </p:cNvSpPr>
          <p:nvPr/>
        </p:nvSpPr>
        <p:spPr>
          <a:xfrm>
            <a:off x="563880" y="548799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1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 sz="2800" b="1"/>
            </a:pPr>
            <a:r>
              <a:rPr lang="da-DK" sz="4000" dirty="0">
                <a:solidFill>
                  <a:schemeClr val="accent4"/>
                </a:solidFill>
              </a:rPr>
              <a:t>Opgave 4</a:t>
            </a:r>
          </a:p>
          <a:p>
            <a:pPr>
              <a:defRPr sz="2800" b="1"/>
            </a:pPr>
            <a:r>
              <a:rPr lang="da-DK" sz="4000" b="1" dirty="0">
                <a:solidFill>
                  <a:schemeClr val="accent4"/>
                </a:solidFill>
              </a:rPr>
              <a:t>Case – fra </a:t>
            </a:r>
            <a:r>
              <a:rPr lang="da-DK" sz="4000" b="1" dirty="0" err="1">
                <a:solidFill>
                  <a:schemeClr val="accent4"/>
                </a:solidFill>
              </a:rPr>
              <a:t>deployment</a:t>
            </a:r>
            <a:r>
              <a:rPr lang="da-DK" sz="4000" b="1" dirty="0">
                <a:solidFill>
                  <a:schemeClr val="accent4"/>
                </a:solidFill>
              </a:rPr>
              <a:t> til </a:t>
            </a:r>
            <a:r>
              <a:rPr lang="da-DK" sz="4000" b="1" dirty="0" err="1">
                <a:solidFill>
                  <a:schemeClr val="accent4"/>
                </a:solidFill>
              </a:rPr>
              <a:t>monitoring</a:t>
            </a:r>
            <a:endParaRPr lang="da-DK" sz="4000" dirty="0">
              <a:solidFill>
                <a:schemeClr val="accent4"/>
              </a:solidFill>
            </a:endParaRPr>
          </a:p>
          <a:p>
            <a:pPr>
              <a:defRPr sz="2800" b="1"/>
            </a:pPr>
            <a:endParaRPr sz="4000" dirty="0">
              <a:solidFill>
                <a:schemeClr val="accent4"/>
              </a:solidFill>
            </a:endParaRP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4EE22FE2-87E6-698F-FD93-D266F4DBC3F7}"/>
              </a:ext>
            </a:extLst>
          </p:cNvPr>
          <p:cNvSpPr txBox="1"/>
          <p:nvPr/>
        </p:nvSpPr>
        <p:spPr>
          <a:xfrm>
            <a:off x="353500" y="1340768"/>
            <a:ext cx="10789920" cy="455509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a-DK" dirty="0">
                <a:solidFill>
                  <a:schemeClr val="accent4"/>
                </a:solidFill>
              </a:rPr>
              <a:t>I har allerede </a:t>
            </a:r>
            <a:r>
              <a:rPr lang="da-DK" dirty="0" err="1">
                <a:solidFill>
                  <a:schemeClr val="accent4"/>
                </a:solidFill>
              </a:rPr>
              <a:t>deployet</a:t>
            </a:r>
            <a:r>
              <a:rPr lang="da-DK" dirty="0">
                <a:solidFill>
                  <a:schemeClr val="accent4"/>
                </a:solidFill>
              </a:rPr>
              <a:t> en LAMP/LEMP-løsning på en Linux VM i </a:t>
            </a:r>
            <a:r>
              <a:rPr lang="da-DK" dirty="0" err="1">
                <a:solidFill>
                  <a:schemeClr val="accent4"/>
                </a:solidFill>
              </a:rPr>
              <a:t>Azure</a:t>
            </a:r>
            <a:r>
              <a:rPr lang="da-DK" dirty="0">
                <a:solidFill>
                  <a:schemeClr val="accent4"/>
                </a:solidFill>
              </a:rPr>
              <a:t>.</a:t>
            </a:r>
            <a:br>
              <a:rPr lang="da-DK" dirty="0">
                <a:solidFill>
                  <a:schemeClr val="accent4"/>
                </a:solidFill>
              </a:rPr>
            </a:br>
            <a:r>
              <a:rPr lang="da-DK" dirty="0">
                <a:solidFill>
                  <a:schemeClr val="accent4"/>
                </a:solidFill>
              </a:rPr>
              <a:t>Nu skal I etablere </a:t>
            </a:r>
            <a:r>
              <a:rPr lang="da-DK" dirty="0" err="1">
                <a:solidFill>
                  <a:schemeClr val="accent4"/>
                </a:solidFill>
              </a:rPr>
              <a:t>monitoring</a:t>
            </a:r>
            <a:r>
              <a:rPr lang="da-DK" dirty="0">
                <a:solidFill>
                  <a:schemeClr val="accent4"/>
                </a:solidFill>
              </a:rPr>
              <a:t> af </a:t>
            </a:r>
            <a:r>
              <a:rPr lang="da-DK" dirty="0" err="1">
                <a:solidFill>
                  <a:schemeClr val="accent4"/>
                </a:solidFill>
              </a:rPr>
              <a:t>VM'en</a:t>
            </a:r>
            <a:r>
              <a:rPr lang="da-DK" dirty="0">
                <a:solidFill>
                  <a:schemeClr val="accent4"/>
                </a:solidFill>
              </a:rPr>
              <a:t> med </a:t>
            </a:r>
            <a:r>
              <a:rPr lang="da-DK" b="1" dirty="0">
                <a:solidFill>
                  <a:schemeClr val="accent4"/>
                </a:solidFill>
              </a:rPr>
              <a:t>Node </a:t>
            </a:r>
            <a:r>
              <a:rPr lang="da-DK" b="1" dirty="0" err="1">
                <a:solidFill>
                  <a:schemeClr val="accent4"/>
                </a:solidFill>
              </a:rPr>
              <a:t>Exporter</a:t>
            </a:r>
            <a:r>
              <a:rPr lang="da-DK" b="1" dirty="0">
                <a:solidFill>
                  <a:schemeClr val="accent4"/>
                </a:solidFill>
              </a:rPr>
              <a:t>, Prometheus og </a:t>
            </a:r>
            <a:r>
              <a:rPr lang="da-DK" b="1" dirty="0" err="1">
                <a:solidFill>
                  <a:schemeClr val="accent4"/>
                </a:solidFill>
              </a:rPr>
              <a:t>Grafana</a:t>
            </a:r>
            <a:r>
              <a:rPr lang="da-DK" dirty="0">
                <a:solidFill>
                  <a:schemeClr val="accent4"/>
                </a:solidFill>
              </a:rPr>
              <a:t>.</a:t>
            </a:r>
          </a:p>
          <a:p>
            <a:endParaRPr lang="da-DK" b="1" dirty="0">
              <a:solidFill>
                <a:schemeClr val="accent4"/>
              </a:solidFill>
            </a:endParaRPr>
          </a:p>
          <a:p>
            <a:r>
              <a:rPr lang="da-DK" b="1" dirty="0">
                <a:solidFill>
                  <a:schemeClr val="accent4"/>
                </a:solidFill>
              </a:rPr>
              <a:t>Jeres opgave er at:</a:t>
            </a:r>
            <a:endParaRPr lang="da-DK" dirty="0">
              <a:solidFill>
                <a:schemeClr val="accent4"/>
              </a:solidFill>
            </a:endParaRPr>
          </a:p>
          <a:p>
            <a:pPr lvl="0"/>
            <a:r>
              <a:rPr lang="da-DK" dirty="0">
                <a:solidFill>
                  <a:schemeClr val="accent4"/>
                </a:solidFill>
              </a:rPr>
              <a:t>installere Node </a:t>
            </a:r>
            <a:r>
              <a:rPr lang="da-DK" dirty="0" err="1">
                <a:solidFill>
                  <a:schemeClr val="accent4"/>
                </a:solidFill>
              </a:rPr>
              <a:t>Exporter</a:t>
            </a:r>
            <a:r>
              <a:rPr lang="da-DK" dirty="0">
                <a:solidFill>
                  <a:schemeClr val="accent4"/>
                </a:solidFill>
              </a:rPr>
              <a:t> og finde mindst 5 </a:t>
            </a:r>
            <a:r>
              <a:rPr lang="da-DK" dirty="0" err="1">
                <a:solidFill>
                  <a:schemeClr val="accent4"/>
                </a:solidFill>
              </a:rPr>
              <a:t>metrics</a:t>
            </a:r>
            <a:r>
              <a:rPr lang="da-DK" dirty="0">
                <a:solidFill>
                  <a:schemeClr val="accent4"/>
                </a:solidFill>
              </a:rPr>
              <a:t> </a:t>
            </a:r>
          </a:p>
          <a:p>
            <a:pPr lvl="0"/>
            <a:r>
              <a:rPr lang="da-DK" dirty="0">
                <a:solidFill>
                  <a:schemeClr val="accent4"/>
                </a:solidFill>
              </a:rPr>
              <a:t>konfigurere Prometheus til at hente </a:t>
            </a:r>
            <a:r>
              <a:rPr lang="da-DK" dirty="0" err="1">
                <a:solidFill>
                  <a:schemeClr val="accent4"/>
                </a:solidFill>
              </a:rPr>
              <a:t>metrics</a:t>
            </a:r>
            <a:r>
              <a:rPr lang="da-DK" dirty="0">
                <a:solidFill>
                  <a:schemeClr val="accent4"/>
                </a:solidFill>
              </a:rPr>
              <a:t> </a:t>
            </a:r>
          </a:p>
          <a:p>
            <a:pPr lvl="0"/>
            <a:r>
              <a:rPr lang="da-DK" dirty="0">
                <a:solidFill>
                  <a:schemeClr val="accent4"/>
                </a:solidFill>
              </a:rPr>
              <a:t>forbinde </a:t>
            </a:r>
            <a:r>
              <a:rPr lang="da-DK" dirty="0" err="1">
                <a:solidFill>
                  <a:schemeClr val="accent4"/>
                </a:solidFill>
              </a:rPr>
              <a:t>Grafana</a:t>
            </a:r>
            <a:r>
              <a:rPr lang="da-DK" dirty="0">
                <a:solidFill>
                  <a:schemeClr val="accent4"/>
                </a:solidFill>
              </a:rPr>
              <a:t> med Prometheus </a:t>
            </a:r>
          </a:p>
          <a:p>
            <a:pPr lvl="0"/>
            <a:r>
              <a:rPr lang="da-DK" dirty="0">
                <a:solidFill>
                  <a:schemeClr val="accent4"/>
                </a:solidFill>
              </a:rPr>
              <a:t>oprette et </a:t>
            </a:r>
            <a:r>
              <a:rPr lang="da-DK" dirty="0" err="1">
                <a:solidFill>
                  <a:schemeClr val="accent4"/>
                </a:solidFill>
              </a:rPr>
              <a:t>dashboard</a:t>
            </a:r>
            <a:r>
              <a:rPr lang="da-DK" dirty="0">
                <a:solidFill>
                  <a:schemeClr val="accent4"/>
                </a:solidFill>
              </a:rPr>
              <a:t> for </a:t>
            </a:r>
            <a:r>
              <a:rPr lang="da-DK" b="1" dirty="0">
                <a:solidFill>
                  <a:schemeClr val="accent4"/>
                </a:solidFill>
              </a:rPr>
              <a:t>CPU, RAM, Disk, Network, Load og </a:t>
            </a:r>
            <a:r>
              <a:rPr lang="da-DK" b="1" dirty="0" err="1">
                <a:solidFill>
                  <a:schemeClr val="accent4"/>
                </a:solidFill>
              </a:rPr>
              <a:t>Uptime</a:t>
            </a:r>
            <a:r>
              <a:rPr lang="da-DK" dirty="0">
                <a:solidFill>
                  <a:schemeClr val="accent4"/>
                </a:solidFill>
              </a:rPr>
              <a:t> </a:t>
            </a:r>
          </a:p>
          <a:p>
            <a:pPr lvl="0"/>
            <a:r>
              <a:rPr lang="da-DK" dirty="0">
                <a:solidFill>
                  <a:schemeClr val="accent4"/>
                </a:solidFill>
              </a:rPr>
              <a:t>skabe aktivitet på </a:t>
            </a:r>
            <a:r>
              <a:rPr lang="da-DK" dirty="0" err="1">
                <a:solidFill>
                  <a:schemeClr val="accent4"/>
                </a:solidFill>
              </a:rPr>
              <a:t>webserveren</a:t>
            </a:r>
            <a:r>
              <a:rPr lang="da-DK" dirty="0">
                <a:solidFill>
                  <a:schemeClr val="accent4"/>
                </a:solidFill>
              </a:rPr>
              <a:t> og observere ændringer i </a:t>
            </a:r>
            <a:r>
              <a:rPr lang="da-DK" dirty="0" err="1">
                <a:solidFill>
                  <a:schemeClr val="accent4"/>
                </a:solidFill>
              </a:rPr>
              <a:t>metrics</a:t>
            </a:r>
            <a:r>
              <a:rPr lang="da-DK" dirty="0">
                <a:solidFill>
                  <a:schemeClr val="accent4"/>
                </a:solidFill>
              </a:rPr>
              <a:t> </a:t>
            </a:r>
          </a:p>
          <a:p>
            <a:r>
              <a:rPr lang="da-DK" b="1" dirty="0">
                <a:solidFill>
                  <a:schemeClr val="accent4"/>
                </a:solidFill>
              </a:rPr>
              <a:t>Lad serveren kører HELE weekenden </a:t>
            </a:r>
          </a:p>
          <a:p>
            <a:r>
              <a:rPr lang="da-DK" b="1" dirty="0">
                <a:solidFill>
                  <a:schemeClr val="accent4"/>
                </a:solidFill>
              </a:rPr>
              <a:t>                                     – så der kommer data der kan laves til en graf…</a:t>
            </a:r>
          </a:p>
          <a:p>
            <a:r>
              <a:rPr lang="da-DK" i="1" dirty="0">
                <a:solidFill>
                  <a:schemeClr val="accent4"/>
                </a:solidFill>
              </a:rPr>
              <a:t>Ekstra opgave : backup af Data og løsning…. ( </a:t>
            </a:r>
            <a:r>
              <a:rPr lang="da-DK" i="1" dirty="0" err="1">
                <a:solidFill>
                  <a:schemeClr val="accent4"/>
                </a:solidFill>
              </a:rPr>
              <a:t>github</a:t>
            </a:r>
            <a:r>
              <a:rPr lang="da-DK" i="1" dirty="0">
                <a:solidFill>
                  <a:schemeClr val="accent4"/>
                </a:solidFill>
              </a:rPr>
              <a:t> eller </a:t>
            </a:r>
            <a:r>
              <a:rPr lang="da-DK" i="1" dirty="0" err="1">
                <a:solidFill>
                  <a:schemeClr val="accent4"/>
                </a:solidFill>
              </a:rPr>
              <a:t>Gdrive</a:t>
            </a:r>
            <a:r>
              <a:rPr lang="da-DK" i="1" dirty="0">
                <a:solidFill>
                  <a:schemeClr val="accent4"/>
                </a:solidFill>
              </a:rPr>
              <a:t> konto?)</a:t>
            </a:r>
          </a:p>
          <a:p>
            <a:endParaRPr lang="da-DK" i="1" dirty="0">
              <a:solidFill>
                <a:schemeClr val="accent4"/>
              </a:solidFill>
            </a:endParaRPr>
          </a:p>
          <a:p>
            <a:r>
              <a:rPr lang="da-DK" i="1" dirty="0">
                <a:solidFill>
                  <a:schemeClr val="accent4"/>
                </a:solidFill>
              </a:rPr>
              <a:t>-Hvad ændrer sig, hvis den samme </a:t>
            </a:r>
            <a:r>
              <a:rPr lang="da-DK" i="1" dirty="0" err="1">
                <a:solidFill>
                  <a:schemeClr val="accent4"/>
                </a:solidFill>
              </a:rPr>
              <a:t>monitoring</a:t>
            </a:r>
            <a:r>
              <a:rPr lang="da-DK" i="1" dirty="0">
                <a:solidFill>
                  <a:schemeClr val="accent4"/>
                </a:solidFill>
              </a:rPr>
              <a:t> leveres </a:t>
            </a:r>
          </a:p>
          <a:p>
            <a:r>
              <a:rPr lang="da-DK" i="1" dirty="0">
                <a:solidFill>
                  <a:schemeClr val="accent4"/>
                </a:solidFill>
              </a:rPr>
              <a:t>som </a:t>
            </a:r>
            <a:r>
              <a:rPr lang="da-DK" i="1" dirty="0" err="1">
                <a:solidFill>
                  <a:schemeClr val="accent4"/>
                </a:solidFill>
              </a:rPr>
              <a:t>Managed</a:t>
            </a:r>
            <a:r>
              <a:rPr lang="da-DK" i="1" dirty="0">
                <a:solidFill>
                  <a:schemeClr val="accent4"/>
                </a:solidFill>
              </a:rPr>
              <a:t> </a:t>
            </a:r>
            <a:r>
              <a:rPr lang="da-DK" i="1" dirty="0" err="1">
                <a:solidFill>
                  <a:schemeClr val="accent4"/>
                </a:solidFill>
              </a:rPr>
              <a:t>Azure</a:t>
            </a:r>
            <a:r>
              <a:rPr lang="da-DK" i="1" dirty="0">
                <a:solidFill>
                  <a:schemeClr val="accent4"/>
                </a:solidFill>
              </a:rPr>
              <a:t> eller SaaS?</a:t>
            </a:r>
            <a:endParaRPr lang="da-DK" dirty="0">
              <a:solidFill>
                <a:schemeClr val="accent4"/>
              </a:solidFill>
            </a:endParaRPr>
          </a:p>
          <a:p>
            <a:pPr>
              <a:spcAft>
                <a:spcPts val="800"/>
              </a:spcAft>
              <a:defRPr sz="2000"/>
            </a:pPr>
            <a:endParaRPr dirty="0">
              <a:solidFill>
                <a:schemeClr val="accent4"/>
              </a:solidFill>
            </a:endParaRPr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102818225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dsholder til slidenummer 2">
            <a:extLst>
              <a:ext uri="{FF2B5EF4-FFF2-40B4-BE49-F238E27FC236}">
                <a16:creationId xmlns:a16="http://schemas.microsoft.com/office/drawing/2014/main" id="{4DB1530B-9EF0-4AB0-ACB4-9E6A34B921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a-DK"/>
              <a:t>.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8139471-2B82-4D6F-ACAA-AC1E0A573F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1424" y="1583639"/>
            <a:ext cx="7200800" cy="1845361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da-DK" sz="5400" dirty="0"/>
              <a:t>Nysgerrig?</a:t>
            </a:r>
            <a:br>
              <a:rPr lang="da-DK" sz="5400" dirty="0"/>
            </a:br>
            <a:r>
              <a:rPr lang="da-DK" sz="5400" dirty="0"/>
              <a:t>Spørg løs!</a:t>
            </a:r>
            <a:br>
              <a:rPr lang="da-DK" sz="5400" dirty="0"/>
            </a:br>
            <a:br>
              <a:rPr lang="da-DK" sz="5400" dirty="0"/>
            </a:br>
            <a:r>
              <a:rPr lang="da-DK" sz="5400" dirty="0"/>
              <a:t>Min Mail</a:t>
            </a:r>
            <a:br>
              <a:rPr lang="da-DK" sz="5400" dirty="0"/>
            </a:br>
            <a:r>
              <a:rPr lang="da-DK" sz="5400" dirty="0"/>
              <a:t>suan@zealand.dk</a:t>
            </a:r>
          </a:p>
        </p:txBody>
      </p:sp>
      <p:pic>
        <p:nvPicPr>
          <p:cNvPr id="5" name="Billede 4">
            <a:extLst>
              <a:ext uri="{FF2B5EF4-FFF2-40B4-BE49-F238E27FC236}">
                <a16:creationId xmlns:a16="http://schemas.microsoft.com/office/drawing/2014/main" id="{B14404DD-0F1E-74DD-4579-A5698DA867B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2024" y="980728"/>
            <a:ext cx="5124443" cy="3528393"/>
          </a:xfrm>
          <a:prstGeom prst="rect">
            <a:avLst/>
          </a:prstGeom>
        </p:spPr>
      </p:pic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3488649873"/>
      </p:ext>
    </p:extLst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NET" val="6.0.29"/>
  <p:tag name="AS_OS" val="Unix 5.4.0.198"/>
  <p:tag name="AS_RELEASE_DATE" val="2024.02.14"/>
  <p:tag name="AS_TITLE" val="Aspose.Slides for .NET6"/>
  <p:tag name="AS_VERSION" val="24.2"/>
</p:tagLst>
</file>

<file path=ppt/theme/theme1.xml><?xml version="1.0" encoding="utf-8"?>
<a:theme xmlns:a="http://schemas.openxmlformats.org/drawingml/2006/main" name="Office Theme">
  <a:themeElements>
    <a:clrScheme name="Zealand">
      <a:dk1>
        <a:srgbClr val="000000"/>
      </a:dk1>
      <a:lt1>
        <a:srgbClr val="000000"/>
      </a:lt1>
      <a:dk2>
        <a:srgbClr val="000000"/>
      </a:dk2>
      <a:lt2>
        <a:srgbClr val="000000"/>
      </a:lt2>
      <a:accent1>
        <a:srgbClr val="FFFFFF"/>
      </a:accent1>
      <a:accent2>
        <a:srgbClr val="FFFFFF"/>
      </a:accent2>
      <a:accent3>
        <a:srgbClr val="FFFFFF"/>
      </a:accent3>
      <a:accent4>
        <a:srgbClr val="FFF287"/>
      </a:accent4>
      <a:accent5>
        <a:srgbClr val="FFF287"/>
      </a:accent5>
      <a:accent6>
        <a:srgbClr val="FFF387"/>
      </a:accent6>
      <a:hlink>
        <a:srgbClr val="FFF287"/>
      </a:hlink>
      <a:folHlink>
        <a:srgbClr val="FFF187"/>
      </a:folHlink>
    </a:clrScheme>
    <a:fontScheme name="Arial">
      <a:majorFont>
        <a:latin typeface="Arial"/>
        <a:ea typeface="Arial"/>
        <a:cs typeface="Arial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Blank">
  <a:themeElements>
    <a:clrScheme name="Zealand">
      <a:dk1>
        <a:sysClr val="windowText" lastClr="000000"/>
      </a:dk1>
      <a:lt1>
        <a:sysClr val="window" lastClr="FFFFFF"/>
      </a:lt1>
      <a:dk2>
        <a:srgbClr val="FFF387"/>
      </a:dk2>
      <a:lt2>
        <a:srgbClr val="EBEBEB"/>
      </a:lt2>
      <a:accent1>
        <a:srgbClr val="FFF387"/>
      </a:accent1>
      <a:accent2>
        <a:srgbClr val="FFF9C3"/>
      </a:accent2>
      <a:accent3>
        <a:srgbClr val="404040"/>
      </a:accent3>
      <a:accent4>
        <a:srgbClr val="6C6C6C"/>
      </a:accent4>
      <a:accent5>
        <a:srgbClr val="A6A6A6"/>
      </a:accent5>
      <a:accent6>
        <a:srgbClr val="CFCFCF"/>
      </a:accent6>
      <a:hlink>
        <a:srgbClr val="0000FF"/>
      </a:hlink>
      <a:folHlink>
        <a:srgbClr val="800080"/>
      </a:folHlink>
    </a:clrScheme>
    <a:fontScheme name="Zealand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solidFill>
            <a:schemeClr val="accent1"/>
          </a:solidFill>
        </a:ln>
      </a:spPr>
      <a:bodyPr rtlCol="0" anchor="ctr"/>
      <a:lstStyle>
        <a:defPPr algn="ctr">
          <a:defRPr sz="2000" noProof="0"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3175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defRPr sz="20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Zealand.potx" id="{1EBD9D8F-51EC-41A2-9B3C-16CD61C27282}" vid="{F306AF44-9223-4065-9897-6981FF7FCC8F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Aptos Display" panose="02110004020202020204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Aptos" panose="02110004020202020204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.xml"/></Relationships>
</file>

<file path=customXml/_rels/item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.xml"/></Relationships>
</file>

<file path=customXml/_rels/item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8.xml"/></Relationships>
</file>

<file path=customXml/_rels/item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9.xml"/></Relationships>
</file>

<file path=customXml/_rels/item1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0.xml"/></Relationships>
</file>

<file path=customXml/_rels/item1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1.xml"/></Relationships>
</file>

<file path=customXml/_rels/item1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2.xml"/></Relationships>
</file>

<file path=customXml/_rels/item1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3.xml"/></Relationships>
</file>

<file path=customXml/_rels/item1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4.xml"/></Relationships>
</file>

<file path=customXml/_rels/item1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5.xml"/></Relationships>
</file>

<file path=customXml/_rels/item1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6.xml"/></Relationships>
</file>

<file path=customXml/_rels/item1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7.xml"/></Relationships>
</file>

<file path=customXml/_rels/item1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8.xml"/></Relationships>
</file>

<file path=customXml/_rels/item1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9.xml"/></Relationships>
</file>

<file path=customXml/_rels/item2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0.xml"/></Relationships>
</file>

<file path=customXml/item1.xml><?xml version="1.0" encoding="utf-8"?>
<TemplafyFormConfiguration><![CDATA[{"formFields":[],"formDataEntries":[]}]]></TemplafyFormConfiguration>
</file>

<file path=customXml/item2.xml><?xml version="1.0" encoding="utf-8"?>
<TemplafyTemplateConfiguration><![CDATA[{"elementsMetadata":[],"transformationConfigurations":[],"templateName":"Zealand - PP skabelon - Aug-2026","templateDescription":"","enableDocumentContentUpdater":false,"version":"2.0"}]]></TemplafyTemplateConfiguration>
</file>

<file path=customXml/item3.xml><?xml version="1.0" encoding="utf-8"?>
<TemplafySlideTemplateConfiguration><![CDATA[{"slideVersion":1,"isValidatorEnabled":false,"isLocked":false,"elementsMetadata":[],"slideId":"1515855798354575361","enableDocumentContentUpdater":false,"version":"2.0"}]]></TemplafySlideTemplateConfiguration>
</file>

<file path=customXml/item4.xml><?xml version="1.0" encoding="utf-8"?>
<TemplafySlideFormConfiguration><![CDATA[{"formFields":[],"formDataEntries":[]}]]></TemplafySlideFormConfiguration>
</file>

<file path=customXml/item5.xml><?xml version="1.0" encoding="utf-8"?>
<TemplafySlideFormConfiguration><![CDATA[{"formFields":[],"formDataEntries":[]}]]></TemplafySlideFormConfiguration>
</file>

<file path=customXml/item6.xml><?xml version="1.0" encoding="utf-8"?>
<TemplafySlideTemplateConfiguration><![CDATA[{"slideVersion":1,"isValidatorEnabled":false,"isLocked":false,"elementsMetadata":[],"slideId":"1515855798354575362","enableDocumentContentUpdater":false,"version":"2.0"}]]></TemplafySlideTemplateConfiguration>
</file>

<file path=customXml/item7.xml><?xml version="1.0" encoding="utf-8"?>
<TemplafySlideTemplateConfiguration><![CDATA[{"slideVersion":1,"isValidatorEnabled":false,"isLocked":false,"elementsMetadata":[],"slideId":"1515855798354575362","enableDocumentContentUpdater":false,"version":"2.0"}]]></TemplafySlideTemplateConfiguration>
</file>

<file path=customXml/item8.xml><?xml version="1.0" encoding="utf-8"?>
<TemplafySlideFormConfiguration><![CDATA[{"formFields":[],"formDataEntries":[]}]]></TemplafySlideFormConfiguration>
</file>

<file path=customXml/item9.xml><?xml version="1.0" encoding="utf-8"?>
<TemplafySlideTemplateConfiguration><![CDATA[{"slideVersion":1,"isValidatorEnabled":false,"isLocked":false,"elementsMetadata":[],"slideId":"1515855798354575362","enableDocumentContentUpdater":false,"version":"2.0"}]]></TemplafySlideTemplateConfiguration>
</file>

<file path=customXml/item10.xml><?xml version="1.0" encoding="utf-8"?>
<TemplafySlideFormConfiguration><![CDATA[{"formFields":[],"formDataEntries":[]}]]></TemplafySlideFormConfiguration>
</file>

<file path=customXml/item11.xml><?xml version="1.0" encoding="utf-8"?>
<TemplafySlideTemplateConfiguration><![CDATA[{"slideVersion":1,"isValidatorEnabled":false,"isLocked":false,"elementsMetadata":[],"slideId":"1515855798354575362","enableDocumentContentUpdater":false,"version":"2.0"}]]></TemplafySlideTemplateConfiguration>
</file>

<file path=customXml/item12.xml><?xml version="1.0" encoding="utf-8"?>
<TemplafySlideFormConfiguration><![CDATA[{"formFields":[],"formDataEntries":[]}]]></TemplafySlideFormConfiguration>
</file>

<file path=customXml/item13.xml><?xml version="1.0" encoding="utf-8"?>
<TemplafySlideTemplateConfiguration><![CDATA[{"slideVersion":1,"isValidatorEnabled":false,"isLocked":false,"elementsMetadata":[],"slideId":"1515855798354575362","enableDocumentContentUpdater":false,"version":"2.0"}]]></TemplafySlideTemplateConfiguration>
</file>

<file path=customXml/item14.xml><?xml version="1.0" encoding="utf-8"?>
<TemplafySlideFormConfiguration><![CDATA[{"formFields":[],"formDataEntries":[]}]]></TemplafySlideFormConfiguration>
</file>

<file path=customXml/item15.xml><?xml version="1.0" encoding="utf-8"?>
<TemplafySlideTemplateConfiguration><![CDATA[{"slideVersion":1,"isValidatorEnabled":false,"isLocked":false,"elementsMetadata":[],"slideId":"1515855798354575362","enableDocumentContentUpdater":false,"version":"2.0"}]]></TemplafySlideTemplateConfiguration>
</file>

<file path=customXml/item16.xml><?xml version="1.0" encoding="utf-8"?>
<TemplafySlideFormConfiguration><![CDATA[{"formFields":[],"formDataEntries":[]}]]></TemplafySlideFormConfiguration>
</file>

<file path=customXml/item17.xml><?xml version="1.0" encoding="utf-8"?>
<TemplafySlideFormConfiguration><![CDATA[{"formFields":[],"formDataEntries":[]}]]></TemplafySlideFormConfiguration>
</file>

<file path=customXml/item18.xml><?xml version="1.0" encoding="utf-8"?>
<TemplafySlideTemplateConfiguration><![CDATA[{"slideVersion":1,"isValidatorEnabled":false,"isLocked":false,"elementsMetadata":[],"slideId":"1515855798354575362","enableDocumentContentUpdater":false,"version":"2.0"}]]></TemplafySlideTemplateConfiguration>
</file>

<file path=customXml/item19.xml><?xml version="1.0" encoding="utf-8"?>
<TemplafySlideFormConfiguration><![CDATA[{"formFields":[],"formDataEntries":[]}]]></TemplafySlideFormConfiguration>
</file>

<file path=customXml/item20.xml><?xml version="1.0" encoding="utf-8"?>
<TemplafySlideTemplateConfiguration><![CDATA[{"slideVersion":1,"isValidatorEnabled":false,"isLocked":false,"elementsMetadata":[],"slideId":"1515855798354575390","enableDocumentContentUpdater":false,"version":"2.0"}]]></TemplafySlideTemplateConfiguration>
</file>

<file path=customXml/itemProps1.xml><?xml version="1.0" encoding="utf-8"?>
<ds:datastoreItem xmlns:ds="http://schemas.openxmlformats.org/officeDocument/2006/customXml" ds:itemID="{D6ADD10F-CD34-4702-A295-3255D381B3C0}">
  <ds:schemaRefs/>
</ds:datastoreItem>
</file>

<file path=customXml/itemProps2.xml><?xml version="1.0" encoding="utf-8"?>
<ds:datastoreItem xmlns:ds="http://schemas.openxmlformats.org/officeDocument/2006/customXml" ds:itemID="{9B7BB25D-D8C5-498A-ACB6-3CDE213DA424}">
  <ds:schemaRefs/>
</ds:datastoreItem>
</file>

<file path=customXml/itemProps3.xml><?xml version="1.0" encoding="utf-8"?>
<ds:datastoreItem xmlns:ds="http://schemas.openxmlformats.org/officeDocument/2006/customXml" ds:itemID="{5F968E86-BE68-4857-8B57-86DE734AD126}">
  <ds:schemaRefs/>
</ds:datastoreItem>
</file>

<file path=customXml/itemProps4.xml><?xml version="1.0" encoding="utf-8"?>
<ds:datastoreItem xmlns:ds="http://schemas.openxmlformats.org/officeDocument/2006/customXml" ds:itemID="{71173034-CE87-49CF-B3C9-B9C1EA2D26D0}">
  <ds:schemaRefs/>
</ds:datastoreItem>
</file>

<file path=customXml/itemProps5.xml><?xml version="1.0" encoding="utf-8"?>
<ds:datastoreItem xmlns:ds="http://schemas.openxmlformats.org/officeDocument/2006/customXml" ds:itemID="{A0A3236A-915A-407B-9947-5E7A0CD13EA4}">
  <ds:schemaRefs/>
</ds:datastoreItem>
</file>

<file path=customXml/itemProps6.xml><?xml version="1.0" encoding="utf-8"?>
<ds:datastoreItem xmlns:ds="http://schemas.openxmlformats.org/officeDocument/2006/customXml" ds:itemID="{6D7FA9FA-7EFA-4C38-9726-86148A2F5E3B}">
  <ds:schemaRefs/>
</ds:datastoreItem>
</file>

<file path=customXml/itemProps7.xml><?xml version="1.0" encoding="utf-8"?>
<ds:datastoreItem xmlns:ds="http://schemas.openxmlformats.org/officeDocument/2006/customXml" ds:itemID="{B15BD3F9-6F89-43E5-A47B-084ACF4C3614}">
  <ds:schemaRefs/>
</ds:datastoreItem>
</file>

<file path=customXml/itemProps8.xml><?xml version="1.0" encoding="utf-8"?>
<ds:datastoreItem xmlns:ds="http://schemas.openxmlformats.org/officeDocument/2006/customXml" ds:itemID="{209D403F-FF69-43E2-B2A5-F78D3E81813F}">
  <ds:schemaRefs/>
</ds:datastoreItem>
</file>

<file path=customXml/itemProps9.xml><?xml version="1.0" encoding="utf-8"?>
<ds:datastoreItem xmlns:ds="http://schemas.openxmlformats.org/officeDocument/2006/customXml" ds:itemID="{C27A053C-E8E7-4A6F-AD9F-73860B51E6E0}">
  <ds:schemaRefs/>
</ds:datastoreItem>
</file>

<file path=customXml/itemProps10.xml><?xml version="1.0" encoding="utf-8"?>
<ds:datastoreItem xmlns:ds="http://schemas.openxmlformats.org/officeDocument/2006/customXml" ds:itemID="{CDF20140-3549-46DA-B2A4-9F033297E6CF}">
  <ds:schemaRefs/>
</ds:datastoreItem>
</file>

<file path=customXml/itemProps11.xml><?xml version="1.0" encoding="utf-8"?>
<ds:datastoreItem xmlns:ds="http://schemas.openxmlformats.org/officeDocument/2006/customXml" ds:itemID="{A5DA5EA8-17F4-4D76-A642-EB9180442B68}">
  <ds:schemaRefs/>
</ds:datastoreItem>
</file>

<file path=customXml/itemProps12.xml><?xml version="1.0" encoding="utf-8"?>
<ds:datastoreItem xmlns:ds="http://schemas.openxmlformats.org/officeDocument/2006/customXml" ds:itemID="{17F26BF2-8925-4311-AA78-EC3E67074774}">
  <ds:schemaRefs/>
</ds:datastoreItem>
</file>

<file path=customXml/itemProps13.xml><?xml version="1.0" encoding="utf-8"?>
<ds:datastoreItem xmlns:ds="http://schemas.openxmlformats.org/officeDocument/2006/customXml" ds:itemID="{A07F17A8-25F1-4EFE-A889-43F4BB3B9D47}">
  <ds:schemaRefs/>
</ds:datastoreItem>
</file>

<file path=customXml/itemProps14.xml><?xml version="1.0" encoding="utf-8"?>
<ds:datastoreItem xmlns:ds="http://schemas.openxmlformats.org/officeDocument/2006/customXml" ds:itemID="{C80780C4-3C69-40C3-BE72-7E8617CEB0B7}">
  <ds:schemaRefs/>
</ds:datastoreItem>
</file>

<file path=customXml/itemProps15.xml><?xml version="1.0" encoding="utf-8"?>
<ds:datastoreItem xmlns:ds="http://schemas.openxmlformats.org/officeDocument/2006/customXml" ds:itemID="{25274144-54B0-4DC1-A555-28453C6D0970}">
  <ds:schemaRefs/>
</ds:datastoreItem>
</file>

<file path=customXml/itemProps16.xml><?xml version="1.0" encoding="utf-8"?>
<ds:datastoreItem xmlns:ds="http://schemas.openxmlformats.org/officeDocument/2006/customXml" ds:itemID="{9ECA7547-6390-4176-8E10-8BC90B09B318}">
  <ds:schemaRefs/>
</ds:datastoreItem>
</file>

<file path=customXml/itemProps17.xml><?xml version="1.0" encoding="utf-8"?>
<ds:datastoreItem xmlns:ds="http://schemas.openxmlformats.org/officeDocument/2006/customXml" ds:itemID="{4E069EF9-1DF4-4F69-8DFB-C3536084B19F}">
  <ds:schemaRefs/>
</ds:datastoreItem>
</file>

<file path=customXml/itemProps18.xml><?xml version="1.0" encoding="utf-8"?>
<ds:datastoreItem xmlns:ds="http://schemas.openxmlformats.org/officeDocument/2006/customXml" ds:itemID="{BB0CD002-D269-4E80-9069-FF757E674CA1}">
  <ds:schemaRefs/>
</ds:datastoreItem>
</file>

<file path=customXml/itemProps19.xml><?xml version="1.0" encoding="utf-8"?>
<ds:datastoreItem xmlns:ds="http://schemas.openxmlformats.org/officeDocument/2006/customXml" ds:itemID="{6E3BEFB8-B58F-4EC3-AF05-0DFEBA8B0236}">
  <ds:schemaRefs/>
</ds:datastoreItem>
</file>

<file path=customXml/itemProps20.xml><?xml version="1.0" encoding="utf-8"?>
<ds:datastoreItem xmlns:ds="http://schemas.openxmlformats.org/officeDocument/2006/customXml" ds:itemID="{FD0209F4-9F8C-46AA-B2DE-0A1EF14C2251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1411</TotalTime>
  <Words>740</Words>
  <Application>Microsoft Office PowerPoint</Application>
  <PresentationFormat>Widescreen</PresentationFormat>
  <Paragraphs>96</Paragraphs>
  <Slides>9</Slides>
  <Notes>3</Notes>
  <HiddenSlides>0</HiddenSlides>
  <MMClips>0</MMClips>
  <ScaleCrop>false</ScaleCrop>
  <HeadingPairs>
    <vt:vector size="6" baseType="variant">
      <vt:variant>
        <vt:lpstr>Benyttede skrifttyper</vt:lpstr>
      </vt:variant>
      <vt:variant>
        <vt:i4>2</vt:i4>
      </vt:variant>
      <vt:variant>
        <vt:lpstr>Tema</vt:lpstr>
      </vt:variant>
      <vt:variant>
        <vt:i4>2</vt:i4>
      </vt:variant>
      <vt:variant>
        <vt:lpstr>Slidetitler</vt:lpstr>
      </vt:variant>
      <vt:variant>
        <vt:i4>9</vt:i4>
      </vt:variant>
    </vt:vector>
  </HeadingPairs>
  <TitlesOfParts>
    <vt:vector size="13" baseType="lpstr">
      <vt:lpstr>Aptos</vt:lpstr>
      <vt:lpstr>Arial</vt:lpstr>
      <vt:lpstr>Office Theme</vt:lpstr>
      <vt:lpstr>Blank</vt:lpstr>
      <vt:lpstr>Udvidet netværksteknologi                              for 3 sem.       Monitor og sikkerhed på Cloud</vt:lpstr>
      <vt:lpstr>I dag : 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Nysgerrig? Spørg løs!  Min Mail suan@zealand.dk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Sune Sick Andersen</dc:creator>
  <cp:lastModifiedBy>Sune Sick Andersen</cp:lastModifiedBy>
  <cp:revision>10</cp:revision>
  <dcterms:created xsi:type="dcterms:W3CDTF">2026-08-07T06:39:33Z</dcterms:created>
  <dcterms:modified xsi:type="dcterms:W3CDTF">2026-09-24T19:08:14Z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emplafyTimeStamp">
    <vt:lpwstr>2026-08-05T11:07:20</vt:lpwstr>
  </property>
  <property fmtid="{D5CDD505-2E9C-101B-9397-08002B2CF9AE}" pid="3" name="TemplafyTenantId">
    <vt:lpwstr>zealand</vt:lpwstr>
  </property>
  <property fmtid="{D5CDD505-2E9C-101B-9397-08002B2CF9AE}" pid="4" name="TemplafyTemplateId">
    <vt:lpwstr>1366701225735357240</vt:lpwstr>
  </property>
  <property fmtid="{D5CDD505-2E9C-101B-9397-08002B2CF9AE}" pid="5" name="TemplafyUserProfileId">
    <vt:lpwstr>1517199632782590344</vt:lpwstr>
  </property>
  <property fmtid="{D5CDD505-2E9C-101B-9397-08002B2CF9AE}" pid="6" name="TemplafyLanguageCode">
    <vt:lpwstr>da-DK</vt:lpwstr>
  </property>
  <property fmtid="{D5CDD505-2E9C-101B-9397-08002B2CF9AE}" pid="7" name="TemplafyFromBlank">
    <vt:bool>false</vt:bool>
  </property>
</Properties>
</file>